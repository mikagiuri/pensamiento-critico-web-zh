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第1课 · 第1单元 · 思考、相信和知道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什么是批判性地思考？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批判性地思考，不是批评，也不是什么都不信：而是要理由、给理由。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“明天不上课。是我表哥说的，他在WhatsApp群里看到的。”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你相信吗？你需要知道什么，才会相信它？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什么是批判性地思考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什么是批判性地思考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批判性地思考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就是在没有先看理由之前，既不接受、也不拒绝一个想法。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要理由：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“为什么？”“你怎么知道的？”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给理由：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“我相信它，因为……”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如果出现了更好的理由，就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改变看法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什么是批判性地思考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是什么，不是什么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什么都批评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总是唱反调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不信任任何人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自以为比谁都聪明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问一句“你怎么知道的？”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先看理由，再做决定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接受有充分依据的东西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承认自己什么时候错了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什么是批判性地思考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面对WhatsApp消息的三种态度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态度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怎么做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会说什么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轻信的人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什么都信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“太好了，明天我不去了！”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多疑的人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什么都不信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“假的，肯定是胡扯。”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批判性思考的人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相信有充分理由的东西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“是谁最先说的？我去学校网站上查一查。”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一则广告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“这款洗发水能让头发的光泽度提高80%。”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他们要我相信什么？头发会亮得多。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他们给了我什么理由？一个数字：80%。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他们是怎么知道的？没有说。比什么多80%？是谁测量的？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结论：我缺少信息。我现在还不接受，但也不说它是假的。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一个同学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莱雷（Leire）说数学考试在星期四：老师说的时候，她记在了记事本上。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他们要我相信什么？考试在星期四。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他们给了我什么理由？老师说的时候她记下来了。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这是一个好理由吗？是的：她当时在场，而且当场就写下来了。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结论：我相信。批判性地思考，也包括接受有充分依据的东西。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一开始的那条消息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“明天不上课。是我表哥说的，他在WhatsApp群里看到的。”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是谁最先说的？我不知道：我表哥是读到的，不是亲眼看到的。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那个人是怎么知道的？我也不知道。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我可以在哪里核实？在学校网站上，或者问老师。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结论：在核实之前，我不相信。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总是唱反调的人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艾托尔（Aitor）吹牛说：“我是批判性地思考的：我对老师们总是唱反调。”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他是在批判性地思考吗？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看起来是这样：别人说什么，他都不信。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可是，他看每件事的理由了吗？没有：他还没听就先说“不”。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这是多疑，不是批判性思考。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结论：唱反调不是思考。思考是看理由，不管别人说什么。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批判性地思考，就是要理由、给理由。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它不是什么都批评，也不是什么都不信。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批判性思考的人相信有充分理由的东西；如果出现了更好的理由，就改变看法。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