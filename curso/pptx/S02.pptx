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第2课 · 第1单元 · 思考、相信和知道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事实、喜好和观点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事实的主张说的是事物是什么样的；喜好说的是我自己；观点则判断什么是好的、或者我们应该做什么，并且要用理由来支持。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批判性思考者的关键问题是：“你是______知道的？”  （第1课）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如果出现比我的更好的理由，我可以______看法。  （第1课）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批判性思考者的关键问题是：“你是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怎么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知道的？”  （第1课）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如果出现比我的更好的理由，我可以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改变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看法。  （第1课）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“古根海姆博物馆在毕尔巴鄂。”“古根海姆博物馆太漂亮了。”“毕尔巴鄂应该多建一些博物馆。”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哪一句话是你可以去核实的？哪一句取决于每个人自己的喜好？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三种句子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三种句子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事实的主张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说的是事物是什么样的。它不是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真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的就是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假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的，哪怕有时候很难核实。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例子：“古根海姆博物馆在毕尔巴鄂”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要靠观察世界来判断：观察、测量、查找来源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如果它是假的，它仍然是一个事实的主张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三种句子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喜好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说的是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喜欢什么、不喜欢什么。每个人都有自己的。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例子：“我特别喜欢古根海姆博物馆”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线索：“我喜欢”、“我觉得没意思”、“我特别喜欢”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喜好没什么好争论的：没有哪一个是正确的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三种句子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观点（价值判断）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说的是某件事是好的、公正的还是更好的，或者我们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应该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做什么。它要用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来支持。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例子：“毕尔巴鄂应该多建一些博物馆”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线索：“这是公正的”、“这不对”、“应该”、“更好”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有些观点的理由比别的更好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三种句子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我怎么区分它们？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类型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用来辨认它的问题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事实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它说的是事物是什么样的吗？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“毕尔巴鄂竞技队在圣马梅斯球场踢球”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喜好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它说的是我自己喜欢什么吗？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“足球让我觉得没意思”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它说的是什么是好的、或者我们应该做什么吗？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“应该取消作业”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一句混在一起的话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一个网络视频博主评价一款电子游戏说：“它是2023年出的，我特别喜欢，你应该马上买。”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“它是2023年出的”：说的是事物是什么样的。这是一个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事实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“我特别喜欢”：说的是他自己喜欢什么。这是一个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喜好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“你应该买”：说的是该怎么做。这是一个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观点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，我可以要他给理由。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结论：一句话里可能同时混着这三种类型。必须把它们分开。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一个假的事实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一个男孩说：“毕尔巴鄂竞技队在阿诺埃塔球场踢球。”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它说的是事物是什么样的吗？是的：一支球队在哪里踢球。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我去核实：毕尔巴鄂竞技队在圣马梅斯球场踢球。阿诺埃塔是皇家社会队的球场。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所以这是一个事实的主张……但它是假的。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结论：“事实”不等于“真的”。它的意思是：要靠观察世界来判断。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这只是一种喜好吗？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“因为别人的出身而打他是不对的。”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它是一种喜好吗，就像“足球让我觉得没意思”？每个人有自己的吗？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它说的不是我自己喜欢什么：它说的是什么是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对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的、什么是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错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的。这是一个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观点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可是并不是所有的观点都一样有分量：这个观点有非常有力的理由。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它会伤害人，它不公正，而且没有人愿意别人这样对待自己。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结论：某件事是观点，不等于怎么都行。要用理由来讨论。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常见的错误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常见的错误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要小心这些想法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“事实就是真的东西”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“什么是对、什么是错，只是各人喜好的问题”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怎么都行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（相对主义）：“所有的想法都一样好”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教条主义：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“我的想法永远不会改变”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这样才对：批判性思考的人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一个事实可以是真的，也可以是假的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喜好没什么好争论的；观点则可以争论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比较各种理由，如果有更好的，就改变想法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尊重一个人，不等于不要理由就接受他的想法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事实的主张说的是事物是什么样的，它可以是真的，也可以是假的。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喜好说的是我自己，不用争论。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观点说的是什么是好的、或者我们应该做什么：要用理由来讨论，而且并不是所有的观点都一样有分量。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