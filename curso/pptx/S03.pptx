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第3课 · 第1单元 · 思考、相信和知道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相信、知道和确信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觉得确信，不等于知道。我们通常说，一个人知道某件事，是指他相信它、它是真的、而且他有好的理由。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观点说的是什么是好的，或者我们______做什么。  （第2课）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事实性主张说明各种______是什么样的。  （第2课）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轻信的人什么都______。多疑的人什么都______。  （第1课）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观点说的是什么是好的，或者我们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应该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做什么。  （第2课）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事实性主张说明各种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事物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是什么样的。  （第2课）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轻信的人什么都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信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。多疑的人什么都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不信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（第1课）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一个男孩非常确信自己把钥匙放在了书包里。他去找……却没有。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这个男孩是知道钥匙在哪里，还是只是相信？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三个容易混淆的词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三个容易混淆的词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相信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相信，就是认为某件事是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真的</a:t>
            </a:r>
            <a:r>
              <a:rPr sz="2800" b="1">
                <a:solidFill>
                  <a:srgbClr val="1F2A44"/>
                </a:solidFill>
                <a:latin typeface="Nunito Sans"/>
              </a:rPr>
              <a:t>。我相信的事可能是真的……也可能不是。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“我相信明天会下雨”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我们都会不经核实就相信很多事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相信并不坏：坏的是从来不去检查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三个容易混淆的词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知道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我们通常说，一个人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知道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某件事，是指他相信它、它是真的、而且他有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好的理由</a:t>
            </a:r>
            <a:r>
              <a:rPr sz="2800" b="1">
                <a:solidFill>
                  <a:srgbClr val="1F2A44"/>
                </a:solidFill>
                <a:latin typeface="Nunito Sans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如果它是假的，他就不是知道：只是相信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如果我是碰运气猜对的，我也不是知道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哲学家们已经为这个定义争论了好几个世纪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三个容易混淆的词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确信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觉得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确信是一种感受：觉得自己没有错。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我可以觉得很确信，却是错的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光有这种感受，并不是理由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有理由地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确信是另一回事：“我核实过了”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三个容易混淆的词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三个词放在一起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词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是什么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会出错吗？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相信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认为某件事是真的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知道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相信一件真的事，而且有好的理由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不会：如果出了错，那就不是知道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觉得确信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一种感受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会，而且常常会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钥匙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一个男孩非常确信：“钥匙在书包里。”结果不在。最后在厨房的桌子上找到了。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他确信吗？是的，非常确信。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他相信的是真的吗？不是：钥匙在厨房。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那么，他知道吗？不知道。他只是相信，而且信得很用力。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结论：觉得确信，不等于知道。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碰运气猜对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一个男孩没有复习。在一道选择题上，他随便选了b）……结果对了。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他的答案是真的吗？是的。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他有选b）的理由吗？没有：他是随便选的。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他知道答案吗？不知道：他是碰运气猜对的。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结论：要知道，光是答对还不够。还需要好的理由。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案例3 · 真正地知道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一个女孩说：“在海平面上，水在100度时沸腾。”这是课上讲过的，她还在实验室里亲自测量过。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这是真的吗？是的：这是一个经过大量验证的数据。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有好的理由吗？有：别人给她解释过，她自己也测量过。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结论：这个女孩知道。它是真的，而且有好的理由。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停了的钟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一个女孩看走廊里的钟：指着10:15。现在正是10:15。可是这个钟从昨天10:15起就停了。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这个女孩知道现在几点吗？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她相信吗？是的。它是真的吗？是的：现在是10:15。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她有理由吗？有：走廊里的钟通常是能走的。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可她还是碰运气猜对了：这个钟是坏的。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结论：“知道”的这个定义并不完美。哲学家们还在继续争论。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相信，就是认为某件事是真的，而且可能会出错。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我们通常说，知道就是相信一件真的事并且有好的理由，不过也有一些很难判断的情况。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觉得确信是一种感受：我可以觉得很确信，却是错的。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