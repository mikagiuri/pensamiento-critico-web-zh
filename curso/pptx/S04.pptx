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第4课 · 第1单元 · 思考、相信和知道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提出好问题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封闭式问题要的是一个信息；开放式问题要的是解释。“你怎么知道的？”要的是来源和理由。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我可以感觉很有把握，却______。  （第3课）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知道就是相信某件为真的事，并且有充分的______。  （第3课）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喜好不用争论；______却要争论。  （第2课）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我可以感觉很有把握，却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错了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知道就是相信某件为真的事，并且有充分的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喜好不用争论；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观点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却要争论。  （第2课）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莱雷（Leire）春游回来了。妈妈问她：“好玩吗？”莱雷：“好玩。”爸爸问她：“你最喜欢什么？”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哪个问题能让人知道更多的事？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问题的类型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问题的类型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封闭式问题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或者一个简短的信息来回答。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“你吃晚饭了吗？”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“比赛几点开始？”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用来核实一个具体的信息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问题的类型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开放式问题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要求解释、讲述或者给出理由。不能用一个词来回答。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“你觉得这部电影怎么样？”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“你为什么这么想？”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用来理解某个人或者某件事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问题的类型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批判性思考的人的问题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“你怎么知道的？”要的是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来源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和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来源：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一个信息是从哪里来的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“是谁最先说的？”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“你是在哪里看到或读到的？”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“有什么证据？你核实过吗？”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操场上的传言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迪伦（Dylan）说：“音乐老师要离开学校了。”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封闭式问题：“是真的吗？”迪伦：“是。”我什么新东西也没有了解到。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开放式问题：“你怎么知道的？”迪伦：“是一个四年级的学生告诉我的。”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再问一个：“那他是怎么知道的？”迪伦：“不知道。”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结论：好问题显示出，并没有一个清楚的来源。我现在还不相信。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一个TikTok视频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一个视频说：“科学家证实，把手机放在枕头下面睡觉会头疼。”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“哪些科学家？”视频里没有给出名字，也没有说是哪所大学。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“发表在哪里？”它没有给出任何研究。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“他们是怎么测量的？”它没有解释。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结论：这些问题没有答案，我就没有理由相信它。也没有理由说它是假的。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一个带圈套的开放式问题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“为什么一年级的学生那么烦人？”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它是一个开放式问题……它是一个好问题吗？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它是开放式的：不能用是或不是来回答。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可是它已经把一件事当成了事实：一年级的学生很烦人。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如果我回答，就等于接受了这件事，而没有人证明过它。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结论：回答之前，先看看这个问题把什么当成了事实。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好好提问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好好提问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“为什么？”和“为了什么？”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它要的是什么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为什么？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原因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：以前发生的事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“你为什么累了？”“因为我没睡好”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为什么？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理由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：支持一个想法的东西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“你为什么这么想？”“因为我在……上读到过”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为了什么？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目的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：想要达到的东西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“你为什么训练？”“为了星期六比赛”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好好提问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不好的提问和好的提问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提问是为了抓住对方的把柄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提问了却不听回答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问题里已经带着答案：“是不是真的？”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提问是为了理解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听回答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干净的问题：“你怎么知道的？”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封闭式问题用“是”、“不是”或者一个简短的信息来回答。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开放式问题要求解释、讲述或者给出理由。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“你怎么知道的？”要的是来源和理由。回答之前，先看看这个问题把什么当成了事实。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