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第5课 · 第1单元 · 思考、相信和知道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我们为什么会相信我们所相信的？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很多信念不是来自理由，而是来自习惯、群体、权威或者情绪，就像瘸腿国王的故事里那样。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好好提问是为了______，不是为了抓对方的把柄。  （第4课）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回答之前，先看看这个问题默认什么是______。  （第4课）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停了的钟的例子说明，“知道”的定义并不______。  （第3课）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好好提问是为了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理解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，不是为了抓对方的把柄。  （第4课）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回答之前，先看看这个问题默认什么是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事实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停了的钟的例子说明，“知道”的定义并不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完美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你班上的人都穿一样的运动鞋。不知不觉，你也开始觉得它们是最好的。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你这么想是因为有理由……还是因为别的什么？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四条相信的路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四条相信的路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我们的信念是从哪里来的？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有很多事，我们没有看它们的理由就相信了。有四条路：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习惯：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“一直都是这样做的”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群体：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“我们这一伙朋友都这么相信”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权威：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“一个重要的人说的”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情绪：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“我愿意相信它”或者“我害怕”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四条相信的路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这四条路，配上例子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路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用来检查它的问题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习惯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“就是这样做的，因为一直都是这样做的”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有什么理由吗，还是只是习惯？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群体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“那部剧特别烂：我所有的朋友都这么说”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我自己看过吗？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权威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“一个有几百万粉丝的网络视频博主这么说”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他懂这方面的事吗？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情绪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“那不是犯规：他是我们队的”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如果是对方球队，我还会这么说吗？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四条相信的路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这些路总是不好的吗？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“如果群体相信，它就是假的”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“永远不要听任何人的”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“情绪一点用也没有”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这样更好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我们知道的差不多所有事，都是别人告诉我们的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相信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懂这方面的人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是合理的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情绪会提供信息：害怕会提醒我们有危险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问题是从来不去检查它们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瘸腿的国王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瘸腿的国王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故事（1）· 整个王宫都在瘸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从前有一位国王，他是个瘸子。他的大臣们为了讨他喜欢，开始瘸着走路。很快整个王宫都在瘸：大臣、卫兵、厨师……没有一个人是直着走路的。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他们为什么瘸着走？他们什么地方也不疼。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一开始，是为了讨好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权威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：国王。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后来，是因为大家都这样做：</a:t>
            </a:r>
            <a:r>
              <a:rPr sz="2400" b="1">
                <a:solidFill>
                  <a:srgbClr val="1F2A44"/>
                </a:solidFill>
                <a:latin typeface="Nunito Sans"/>
              </a:rPr>
              <a:t>群体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。最后就成了</a:t>
            </a:r>
            <a:r>
              <a:rPr sz="2400" b="1">
                <a:solidFill>
                  <a:srgbClr val="1F2A44"/>
                </a:solidFill>
                <a:latin typeface="Nunito Sans"/>
              </a:rPr>
              <a:t>习惯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结论：没有一个人有瘸着走的好理由。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瘸腿的国王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故事（2）· 骑士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一位从外地来的骑士走了进来，他是直着走路的。所有人都笑了。国王生气了。骑士说：“陛下，我两只脚同时在瘸。”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他们为什么笑？因为他和群体不一样，而不是因为他做错了什么。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这里起作用的是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情绪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：嘲笑，还有怕丢脸。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他的回答很机智：既嘲笑了这个习惯，又躲过了惩罚。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结论：唯一走得对的人，反而看起来像怪人。正常的，不一定就是合理的。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瘸腿的国王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今天的案例 · 一种祛痘膏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一个女孩相信一种祛痘膏有效。她那一伙朋友都在用，她最喜欢的网红在做广告，而且她自己也特别期待。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“她那一伙朋友都在用”：</a:t>
            </a:r>
            <a:r>
              <a:rPr sz="2400" b="1">
                <a:solidFill>
                  <a:srgbClr val="1F2A44"/>
                </a:solidFill>
                <a:latin typeface="Nunito Sans"/>
              </a:rPr>
              <a:t>群体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这条路。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“她最喜欢的网红在做广告”：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权威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这条路。可是，他懂皮肤吗？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“她自己特别期待”：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情绪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这条路。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结论：这些都没有说明这种膏有没有效。最好去问懂的人：医生或者药剂师。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瘸腿的国王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权威 = 不好的理由吗？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一个男孩相信地球绕着太阳转。他从来没有验证过：是他的老师给他讲的。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他是因为权威才相信的……那么，这是一个不好的理由吗？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是的，这是权威这条路。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可是老师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懂这方面的事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，而且科学已经验证过很多很多次了。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这和那个祛痘膏的网红不一样：他不懂皮肤。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结论：问题不在于相信别人，而在于相信不懂的人。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很多信念来自习惯、群体、权威或者情绪。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这些路可能对，也可能错：相信懂这方面的人是合理的。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重要的是能够检查它们，而不是像那个瘸腿的王宫一样去相信。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