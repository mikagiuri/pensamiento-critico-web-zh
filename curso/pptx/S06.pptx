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第6课 · 第1单元 · 思考、相信和知道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第1单元的复习和考试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我们来复习这个单元：批判性地思考、事实和观点、相信和知道、好问题，以及我们为什么会相信我们所相信的。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因为“一直都是这样做的”就相信，这是______的路。  （第5课）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因为我愿意相信或者害怕就相信，这是______的路。  （第5课）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批判性思维就是要______理由，也要______理由。  （第1课）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因为“一直都是这样做的”就相信，这是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习惯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的路。  （第5课）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因为我愿意相信或者害怕就相信，这是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情绪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的路。  （第5课）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批判性思维就是要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要求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理由，也要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给出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理由。  （第1课）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在这个单元里，你学到了五种工具，帮你不去轻信任何事。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其中哪一种你已经在课外用过了？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单元复习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第1课 · 批判性地思考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批判性地思考，就是在接受或拒绝一个想法之前，先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理由和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给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理由。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它不是什么都批评，也不是什么都不信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轻信的人什么都信；多疑的人什么都不信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关键问题：“你怎么知道的？”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第2课 · 事实、喜好和观点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类型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怎么辨认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事实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说的是事物是什么样的：真的或假的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“圣马梅斯球场在毕尔巴鄂”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喜好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说的是我自己喜欢什么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“我特别喜欢课间休息”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观点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什么是好的、或者我们应该做什么：要有理由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“课间休息应该延长”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第3课 · 相信、知道和确信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词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相信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认为某件事是真的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知道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相信一件真的事，而且有好的理由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觉得确信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一种感受：可能会出错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第4课 · 提出好问题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它要的是什么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封闭式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是、不是或者一个简短的信息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“你吃晚饭了吗？”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开放式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解释、讲述或者给出理由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“你觉得怎么样？”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“你怎么知道的？”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来源和理由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“你是在哪里读到的？”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第5课 · 我们为什么会相信我们所相信的？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四条路，它们单独来看，都不是理由：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习惯：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“一直都是这样做的”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群体：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“我们这一伙朋友都这么相信”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权威：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“一个重要的人说的”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情绪：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“我愿意相信它”或者“我害怕”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瘸腿的国王：整个王宫都没有理由地瘸着走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一个什么都用上的案例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一个什么都用上的案例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柠檬水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一个男孩在Instagram上读到：“空腹喝柠檬水能燃烧脂肪。这是一位健身网红说的，我们整个健身房的人都这么做。”这个男孩确信这是真的。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是事实、喜好还是观点？这是一个事实的主张：真的或者假的。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有哪些路？权威（网红）和群体（健身房）。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这个男孩知道吗？不知道：光是确信还不够。他缺少好的理由。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结论：问题是“你怎么知道的？”。要去看医学方面的来源是怎么说的。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一个什么都用上的案例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我肯定知道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一个男孩：“我肯定知道，柠檬水能减肥。我在一个有三百万播放量的视频里看到的。”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他说了“我知道”和“肯定”。他真的知道吗？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“能减肥”说的是事物是什么样的：这是一个事实的主张，真的或者假的。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“肯定”是一种感受。播放量是群体这条路。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他没有好的理由：他不知道是谁说的，也不知道那个人是怎么知道的。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结论：说“我知道”不等于知道。他只是相信，而且还没有问过“你怎么知道的？”。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批判性地思考，就是要理由、给理由：“你怎么知道的？”。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事实说的是事物是什么样的；喜好说的是我自己；观点要用理由来支持。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觉得确信不等于知道；习惯、群体、权威或者情绪，单独来看都不是理由。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