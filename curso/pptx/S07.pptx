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第7课 · 第2单元 · 论证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什么是论证？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论证，就是一个由前提来支持的结论；像“因为”或者“所以”这样的词，可以帮助我们找出每一个部分。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事实说的是______是什么样的；喜好说的是我自己。  （第6课）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习惯、群体、权威和______都可能对也可能错：必须检查。  （第6课）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事实性主张可以是真的，也可以是______。  （第2课）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事实说的是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事物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是什么样的；喜好说的是我自己。  （第6课）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习惯、群体、权威和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情绪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都可能对也可能错：必须检查。  （第6课）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事实性主张可以是真的，也可以是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假的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（第2课）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“别买那双运动鞋：它要120欧元，而你还有别的几乎全新的。”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它要你做什么？它拿什么来说服你？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论证的组成部分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论证的组成部分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论证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论证，就是由一个或几个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前提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来支持的一个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结论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quiero que aceptes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Premisas: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las razones que doy para que lo aceptes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Premisa = razón, con un nombre más técnico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论证的组成部分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标志词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1F2A44"/>
                </a:solidFill>
                <a:latin typeface="Nunito Sans"/>
              </a:rPr>
              <a:t>标志词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是提示用的词：它们告诉我们每个部分是什么。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una premisa: «porque», «ya que», «puesto que», «como»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Antes de una conclusión: «por tanto», «así que», «por eso», «luego»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no hay indicador: hay que pensar qué apoya a qué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Ojo: «porque» a veces explica una causa, no da una razón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论证的组成部分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三个论证，分开来看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论证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前提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结论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“我们应该坐地铁去，因为今天公共汽车罢工。”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今天公共汽车罢工。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我们应该坐地铁去。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“奈亚拉（Naiara）扑出了三个点球，所以她应该当守门员。”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她扑出了三个点球。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她应该当守门员。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“别买那双运动鞋：它要120欧元，而你还有别的。”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它要120欧元。你还有别的。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别买那双运动鞋。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论证的组成部分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它是论证吗？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不是论证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orden sola: «¡Cállate!»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sin razones: «El fútbol es lo mejor»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pregunta: «¿Vienes al cine?»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Datos sueltos, sin conclusión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是论证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algo que se quiere probar: la conclusión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al menos una razón que lo apoya: una premisa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«Ven al cine hoy: la peli la quitan mañana»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结论放在前面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“我们得马上出发，因为比赛六点开始，而地铁要二十分钟。”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我找标志词：“因为”。它后面的是前提。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前提：比赛六点开始；地铁要二十分钟。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它前面的，是说话的人想让我接受的东西：我们得马上出发。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结论：结论不一定放在最后。关键是什么在支持什么。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没有标志词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“那个账号是昨天才注册的，而且没有说明图片是从哪里来的。那个视频可能是假的。”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没有“因为”，也没有“所以”。我问自己：它想让我接受什么？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那个视频可能是假的：这就是结论。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有什么东西来支持它？这个账号是新的，也没说图片是从哪里来的：这些就是前提。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结论：没有标志词时，我就问“什么支持什么？”。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是论证吗？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“大周节（Aste Nagusia）在八月。有 txosna 小酒棚、音乐会和烟花。”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他有没有想让我接受的东西？没有：他只是在讲一些事情。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有没有哪句话在支持另一句？没有：只是零散的信息。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结论：这不是论证，是描述。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不是前提的“因为”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蕾雷走进教室，浑身湿透。艾托问她发生了什么事。蕾雷说：“我浑身湿透了，因为我被暴风雨淋到了。”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句子里有“因为”。它是论证吗？前提是什么？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艾托已经看到她湿透了：不需要说服他相信这一点。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蕾雷不想让他接受什么：她是在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解释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为什么会这样。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这个“因为”给出的是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原因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，不是相信某件事的理由。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结论：这不是论证，是解释。标志词有帮助，但还是要动脑思考。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论证是由前提（也就是理由）支持的结论。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像“因为”“所以”这样的标志词，可以帮助我们找出每个部分。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结论不一定在最后：要问什么支持什么。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