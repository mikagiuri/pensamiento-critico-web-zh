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第8课 · 第2单元 · 论证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重构论证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重构论证就是把它有条理地写出来，去掉多余的部分，并找出没有说出来的隐藏前提。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前提是我给出的______，让你接受结论。  （第7课）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“因为”“因此”这样的提示词叫作______。  （第7课）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感觉有把握是一种______，不是理由。  （第3课）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前提是我给出的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理由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，让你接受结论。  （第7课）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“因为”“因此”这样的提示词叫作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指示词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感觉有把握是一种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感受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，不是理由。  （第3课）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“伊克尔不可能当守门员：他戴眼镜。”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说这句话的人，心里在想什么却没有说出来？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把论证整理有序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把论证整理有序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重构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重构论证就是把它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有条理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地写出来：前提在上，结论在下。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P1、P2……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= 前提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用一条横线把它们隔开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= 结论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把论证整理有序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重构的四个步骤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1. 找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结论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：他想让我接受什么？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2. 找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前提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：他拿什么来支持它？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3. 去掉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多余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的部分：装饰的话、重复、侮辱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4. 问问缺了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什么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：有没有隐藏前提？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把论证整理有序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隐藏前提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隐藏前提是一个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没有说出来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的理由，但要得出结论又必须有它。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它也叫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隐含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前提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问：“要让这个论证成立，什么必须是真的？”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有时它正是最可疑的部分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去掉多余的部分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“哥们儿，说真的，明天把签好字的同意书带来，没有它他们不让你上春游的大巴，你是知道的。”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他想让我接受什么？明天要带同意书：这是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他拿什么来支持？没有同意书，就不让上大巴：这是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P1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“哥们儿”“说真的”和“你是知道的”是多余的：它们是装饰，不是理由。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结论：P1：没有同意书就上不了大巴。C：明天把同意书带来。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戴眼镜的守门员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“伊克尔不可能当守门员：他戴眼镜。”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C：伊克尔不可能当守门员。P1：伊克尔戴眼镜。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要得出 C，还缺什么？大概是：“戴眼镜的人不能当守门员。”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这就是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隐藏前提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。把它写出来，就能看出它是假的：可以戴运动眼镜或隐形眼镜来比赛。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结论：这个论证出问题，是因为那个没有说出来的前提。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一个确实为真的隐藏前提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“今天没有训练：球场被水淹了。”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C：今天没有训练。P1：球场被水淹了。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隐藏前提：“在被水淹的球场上不能训练。”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它是真的吗？是的，这很合理。这里的隐藏前提没有问题。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结论：找隐藏前提不是为了攻击别人，而是为了看论证站不站得住。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公正地重构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公正地重构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重构别人的论证时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改变对方说的话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加上谁也没想到的前提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把侮辱当成理由留下来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这样更好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尊重对方说的话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只加上必须要加的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去掉不是理由的部分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第3部分 · 公正地重构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我该选哪个隐藏前提？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“凯文不能骑他叔叔的摩托车：他才 13 岁。”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隐藏前提是“13 岁的人骑得不好”吗？那这个论证就不成立了，对吗？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这个前提会很可疑：不是所有 13 岁的人都会骑得不好。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但还有另一个前提也能得出 C，而且是真的：“法律不允许 13 岁骑摩托车。”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重构时，我选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最合理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的前提：说话的人会这样想的前提。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结论：如果你选最弱的前提，你攻击的就是一个没人提出过的论证。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重构就是把论证有条理地写出来：前提在上，结论在下。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隐藏前提没有说出来，但要得出结论又必须有它。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把隐藏前提写出来，有助于看出论证站不站得住。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