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第9课 · 第2单元 · 论证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好理由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一个好理由要通过三个问题：它是真的吗？它切题吗？它足够吗？只要有一个不过关，它就不能用来支持这个结论。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重构时，我要去掉______的东西：修饰、重复、辱骂。  （第8课）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重构别人的论证时，要______他说的话。  （第8课）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“你怎么知道的？”问的是______和理由。  （第4课）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重构时，我要去掉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多余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的东西：修饰、重复、辱骂。  （第8课）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重构别人的论证时，要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尊重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他说的话。  （第8课）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“你怎么知道的？”问的是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来源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和理由。  （第4课）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“说服我今天别布置作业。”“因为不要。”“因为你是最好的老师。”“因为明天我们有数学考试。”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你觉得哪一个才是真正的理由？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一个理由的三个问题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一个理由的三个问题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按顺序问三个问题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这三个问题要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按顺序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问。只要有一个不过关，这个理由就不能用来支持这个结论。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 verdad?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¿O, al menos, es creíble?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¿Viene a cuento?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 decir: ¿tiene que ver con la conclusión?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 suficiente?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¿Basta, o hace falta más?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buena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razón pasa las tres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一个理由的三个问题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1 · 它是真的吗？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如果理由是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假的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，论证就不成立。不用再往下问了。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«Con cuatro horas de sueño tienes de sobra»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Falso: a tu edad se recomiendan entre 8 y 10 horas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一个理由的三个问题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2 · 它切题吗？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一个理由可能是真的，但和结论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没有关系</a:t>
            </a:r>
            <a:r>
              <a:rPr sz="2800" b="1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«Youssef debe ser delegado porque es el más alto»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ser verdad, pero la altura no importa para ser delegado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一个理由的三个问题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3 · 它足够吗？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一个理由可能是真的，也切题，但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不够</a:t>
            </a:r>
            <a:r>
              <a:rPr sz="2800" b="1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«Los de esa clase son unos vagos: uno no trajo los deberes»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alumno, un día: no basta para hablar de toda una clase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运动鞋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“这双鞋是跑步最好的鞋：一个有名的足球运动员给它做广告。”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它是真的吗？是的：他确实给这双鞋做了广告。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它切题吗？不切题：做广告并不能说明鞋适不适合跑步。而且做广告是有报酬的。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已经有一个问题不过关了：不用再往下问了。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结论：这是一个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坏理由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，因为它不切题。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绕回起点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“说服我今天别布置作业。”“因为不要。”“因为你是最好的老师。”“因为明天我们有数学考试。”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“因为不要”：没有给出任何理由，只是把结论重复了一遍。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“因为你是最好的老师”：这是奉承，和作业没有关系。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“因为明天有考试”：它是真的，切题，而且足以用来申请下午休息。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结论：只有第三个是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好理由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个子高不切题吗？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“伊克尔应该当我们的守门员：他是班上个子最高的。”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和优素福当班长一样：个子高不切题，对吧？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看起来和优素福的例子一样：又是个子高。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但结论不一样。个子高的守门员能够到更多的球：这里个子高是有关系的。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它足够吗？光靠它不够：反应能力和积极性也很重要。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结论：一个理由切不切题，要看结论是什么。不要只看它的样子来判断。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看起来像理由，其实不是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看起来像理由，其实不是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它们带有“因为”，但不是理由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类型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为什么它不是理由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重复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“要尊重老师，因为必须尊重他们”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同一句话说了两遍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一种喜好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“雷鬼是最好的音乐，因为我很喜欢”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说的是我，不是所有人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一种威胁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“选我当班长，不然我不借你笔记”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只是吓唬人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一句侮辱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“那是胡说，因为你是个窝囊废”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攻击的是说话的人，不是他说的内容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一个好理由要通过三个问题：它是真的吗？它切题吗？它足够吗？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只要这三个问题有一个不过关，这个理由就不能用来支持这个结论。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重复、一种喜好、一种威胁或一句侮辱都不是理由，哪怕带着“因为”。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