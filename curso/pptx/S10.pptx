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第10课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演绎和归纳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在做得好的演绎中，只要前提是真的，结论就是确定的；在归纳中，结论只是有可能。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一个______理由能通过这三个问题。  （第9课）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一个好理由的第二个问题是：“它______吗？”也就是说，它和结论有关系吗？  （第9课）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问题不在于有这些信念，而在于从不______这些信念。  （第5课）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好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理由能通过这三个问题。  （第9课）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一个好理由的第二个问题是：“它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切题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吗？”也就是说，它和结论有关系吗？  （第9课）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问题不在于有这些信念，而在于从不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检查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这些信念。  （第5课）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一个男孩：“我每次在那家店点披萨，送来的都是凉的。今天送来的也会是凉的。”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今天送来的一定是凉的吗？还是只是有可能？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两种推理方式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两种推理方式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演绎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在做得好的演绎中，如果前提是真的，结论就是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确定的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：它必须是真的。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P1：所有二年级学生都有英语课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P2：一个男孩是二年级学生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C：所以，他有英语课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两种推理方式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归纳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在归纳中，前提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支持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结论，但不能保证结论：它只是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有可能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常常从我们见过的情况出发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我去看牙医的十次，每次都得等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所以，下次我也得等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可能会出错：也许这次一个人也没有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两种推理方式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演绎和归纳放在一起看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演绎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归纳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结论是怎样的？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确定的，只要前提是真的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有可能的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结论超出前提了吗？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没有：只是推出前提里已经说了的内容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超出了：所以可能会出错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会出错吗？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不会，只要做得对，而且前提是真的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会，即使前提是真的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体检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“球队所有队员都必须做体检。一个女孩是球队的队员。所以，她必须做体检。”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结论是从前提所说的内容里得出来的吗？是的。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如果两个前提都是真的，结论可能是假的吗？不可能。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演绎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。结论是确定的。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凉披萨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“我每次在那家店点披萨，送来的都是凉的。今天送来的也会是凉的。”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结论是从哪里来的？从一个男孩经历过的情况里来的。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会出错吗？会：今天可能换一个送餐员，或者路上车少一些。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它有力吗？要看他点过多少次：两次和二十次可不一样。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归纳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。结论是有可能的，不是确定的。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天鹅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几个世纪以来，在欧洲只见过白天鹅。所以人们说：“所有的天鹅都是白的。”1697 年，一些探险家在澳大利亚发现了黑天鹅。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归纳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：见过很多例子，然后得出一个一般性的结论。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再多的例子也不能让它变得确定。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只要看到黑天鹅，它就被推翻了。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结论：归纳即使有很多例子也可能出错。我们会在第 11 课再讲这一点。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“所有”+“所以”=确定吗？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“二年级 B 班的人都有英语课。一个男孩有英语课。所以，他是二年级 B 班的。”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里面有“所有”和“所以”，和体检那个例子一样。结论是确定的吗？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它很像体检那个例子。但是仔细看看顺序。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两个前提都可能是真的，而他其实是二年级 A 班的，A 班也有英语课。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结论不是从前提里得出来的：这个演绎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做得不对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结论：不要只看字面。要问：如果前提是真的，结论会出错吗？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常见的错误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常见的错误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要小心这些想法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“这是演绎，所以结论是真的”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“既然发生过很多次，就一定会发生”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“归纳一点用也没有”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只有演绎做得对、前提又是真的，演绎才能保证结论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归纳非常有用：我们每天都在用它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例子越多、越多样，就越有可能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在做得好的演绎中，如果前提是真的，结论就是确定的。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在归纳中，前提支持结论，但只能让它有可能。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例子越多、越多样，归纳就越有力。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