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第11课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例子、反例和类比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例子支持一个想法；只要一个反例，就能推翻一个“所有”；类比是把两个相似的事物放在一起比较。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人们曾以为所有天鹅都是白的，直到在澳大利亚发现了______天鹅。  （第10课）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归纳的结论只是______，并不确定。  （第10课）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在故事里，整个宫殿的人都毫无理由地______。  （第6课）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人们曾以为所有天鹅都是白的，直到在澳大利亚发现了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天鹅。  （第10课）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归纳的结论只是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很可能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，并不确定。  （第10课）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在故事里，整个宫殿的人都毫无理由地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一瘸一拐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（第6课）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奥马尔说：“所有的猫都讨厌水。”蕾雷给他看了一段视频，她的猫正悠闲地游泳。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奥马尔的这句话有什么问题？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三种工具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例子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例子是一个用来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说明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或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支持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一个想法的情况。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帮助理解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很多例子让一个想法更有可能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但它们不能证明一个“所有”（第 10 课）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反例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反例是一个与一般性主张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相反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的情况。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能推翻带有“所有”“没有人”“总是”“从不”的句子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只要一个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，就能推翻一个“所有”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“所有的猫都讨厌水” → 一只会游泳的猫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类比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类比是把两件事物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比较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：如果它们在重要的地方相似，那么对一个成立的，很可能对另一个也成立。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“如果骑自行车戴头盔能保护你，那么骑滑板车时头盔也会保护你”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如果它们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在重要的地方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相似，就是好类比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和归纳一样：得出的是有可能的结论，不是确定的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一个反例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艾托：“我们班没有人是因为喜欢才读书的。”玛亚伦：“我这个暑假读了三本，没人逼我。”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艾托的句子是一般性的：“没有人”。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玛亚伦是一个相反的例子：一个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反例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不需要更多了：一个就够。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结论：艾托的话是假的。他可以说“很少人”，但不能说“没有人”。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很多例子也不够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凯文：“所有的油管博主都很有钱：你看这五个，他们都有大房子。”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凯文给了五个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例子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。它们支持他的想法，但没有证明它。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还有非常多粉丝很少、几乎赚不到钱的油管博主。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他们每一个都是反例。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结论：五个例子不能证明一个“所有”。一个反例就能推翻它。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一个糟糕的类比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“我们应该可以在考试时看笔记：医生做手术时也会看 X 光片。”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它把考试中的学生和工作中的医生做了比较。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它们在重要的地方相似吗？不：考试是为了看学生学会了什么。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医生并没有在被考试：他早就学会了。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糟糕的类比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：它们相似的地方对结论来说并不重要。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4 · 一个好的类比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“就像你出门时不会让家门敞开一样，你的手机也不要不设密码。”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它把家和手机做了比较。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它们在重要的地方相似吗？是的：两者都存放着别人可能拿走的私人东西。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好的类比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：它们在对结论重要的地方是相似的。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小心反例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小心反例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一个反例能推翻一切吗？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蕾雷：“狗都喜欢出去散步。”凯文：“我家的狗讨厌散步：它躲到床底下。”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凯文有一个反例。蕾雷的话是假的吗？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蕾雷没有说“所有的狗”：她说的是狗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通常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是怎样的。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一只不想散步的狗是个例外，而“通常”是允许有例外的。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要推翻她的话，得看到大多数狗都不想散步。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结论：反例能推翻“所有”，推翻不了“几乎所有”。要仔细看这句话说的是什么。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例子支持一个想法，但很多例子也不能证明一个“所有”。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一个反例就足以推翻一个“所有”“没有人”或“从不”。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如果两件事物在重要的地方相似，类比就是好的。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