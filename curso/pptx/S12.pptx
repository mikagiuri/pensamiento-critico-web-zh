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第12课 · 第2单元 · 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第二单元的复习和考试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我们来复习这个单元：什么是论证、怎样重构它、三个问题、演绎和归纳，以及反例和类比。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类比要好，两个事物就要在______的地方相似。  （第11课）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______是与一个普遍说法相反的情况。  （第11课）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结论不一定放在______。  （第7课）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类比要好，两个事物就要在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重要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的地方相似。  （第11课）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反例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是与一个普遍说法相反的情况。  （第11课）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结论不一定放在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最后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论证就像一把椅子：结论是椅面，前提是椅腿。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如果一条腿坏了，或者少了一条，会怎么样？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 7 课 · 什么是论证？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论证是由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前提</a:t>
            </a:r>
            <a:r>
              <a:rPr sz="2800" b="1">
                <a:solidFill>
                  <a:srgbClr val="1F2A44"/>
                </a:solidFill>
                <a:latin typeface="Nunito Sans"/>
              </a:rPr>
              <a:t>（理由）支持的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结论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premisa: «porque», «ya que», «como»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conclusión: «por tanto», «así que», «por eso»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conclusión no siempre va al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 8 课 · 重构论证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Busca la conclusión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Busca las premisas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Quita lo que sobra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Busca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 oculta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la que no se dice, pero hace falta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 9 课 · 好理由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如果不过关……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不过关的理由的例子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它是真的吗？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理由是假的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“每天睡四个小时就足够了”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它切题吗？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和结论没有关系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“他应该当班长，因为他个子最高”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它足够吗？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“他们都是懒鬼：有一个人没交作业”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 10 课 · 演绎和归纳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结论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演绎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确定的，只要做得对、前提是真的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所有二年级学生都有英语课；艾托是二年级学生……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归纳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有可能的：可能会出错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披萨总是送来是凉的；今天也是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 11 课 · 例子、反例和类比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工具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例子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支持一个想法，但不能证明一个“所有”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反例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与之相反：只要一个，就能推翻一个“所有”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类比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做比较：如果它们在重要的地方相似，就是好类比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一个什么都用上的案例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一个什么都用上的案例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课堂上的手机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“在课堂上用手机，没有人能学到东西：我哥哥就用手机，结果每门都不及格。所以，应该在所有中学里禁止手机。”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C：应该在所有中学里禁止手机。P：用手机的人学不到东西；我哥哥不及格。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它足够吗？哥哥只是一个例子：这是一个很弱的归纳。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“没有人学得到东西”是真的吗？一个反例就能推翻它：有人把手机当词典用，也学到了东西。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结论：这个想法可以为之辩护，但这些理由不够。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一个什么都用上的案例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一个出错的演绎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“所有的鱼都能离开水生活。三文鱼是鱼。所以，三文鱼能离开水生活。”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这是一个做得对的演绎。那么结论就是确定的吗？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形式是对的：如果前提是真的，结论也会是真的。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但我要问好理由的第一个问题：它是真的吗？P1 是假的。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只要有一个前提是假的，演绎就什么也保证不了，哪怕它做得很对。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结论：只有演绎做得对，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而且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前提是真的，它才能保证结论。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论证是由前提支持的结论；有时还有隐藏前提。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好理由是真的、切题的，而且足够。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做得对的演绎能保证结论；归纳只能让结论有可能；一个反例能推翻一个“所有”。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