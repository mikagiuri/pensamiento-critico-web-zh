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第13课 · 第3单元 · 谬误 I：攻击、转移、煽动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什么是谬误？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谬误是看起来不错、其实不然的论证：它的理由撑不起结论。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______前提没有说出口，但是需要它。  （第12课）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归纳的结论是______：可能出错。  （第12课）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批判性思维不是什么都______，也不是总要唱反调。  （第1课）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隐藏的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前提没有说出口，但是需要它。  （第12课）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归纳的结论是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很可能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：可能出错。  （第12课）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批判性思维不是什么都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批评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，也不是总要唱反调。  （第1课）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“这种奶昔是最好的。联赛里最有名的足球运动员喝它，所有人都在买。”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读了这些之后，你真正知道了关于这种奶昔的什么？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什么是谬误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谬误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我们通常把看起来不错、其实不然的论证叫作谬误：它的理由撑不起结论。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ser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truco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engañar…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… o un error que cometemos sin darnos cuenta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más frecuentes tienen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谬误错在哪里？（第 9 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如果不过关……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它是真的吗？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假的信息：这是坏论证，但通常不叫谬误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它切题吗？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说的是别的事情：很多谬误就错在这里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它足够吗？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对这么大的结论来说，理由太少：这是另一种典型的谬误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什么是谬误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是什么，不是什么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不是谬误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con la que no estoy de acuerdo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frase falsa, sin más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Cualquier argumento que no me convence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是谬误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argumento con un fallo escondido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Unas razones que no llevan a la conclusión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truco que se puede nombrar y desmontar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开头的那种奶昔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“这种奶昔是最好的。联赛里最有名的足球运动员喝它，所有人都在买。”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他们要我相信什么？这种奶昔是最好的。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他们给了什么理由？一个足球运动员喝它，很多人在买。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够了吗？不够：足球运动员不一定懂营养，卖得多也不等于最好。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结论：它看起来像论证，其实是谬误。我对这种奶昔依然一无所知。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一个确实很好的论证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奈亚拉：“我今天带伞，因为天气应用显示降雨概率 90%，而且天很黑。”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它是真的吗？可以在应用上查，也可以看看天空。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它切题吗？切题：这两个理由说的都是会不会下雨。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它足够吗？对于带一把伞来说，够了。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结论：这不是谬误。不是所有论证都是花招。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小心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小心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三个避免弄混的想法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falacia puede tener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 verdadera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falla el camino, no el final.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frase falsa no es una falacia: es solo un error.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esta unidad: falacias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atacan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desvían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小心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结论是真的，论证就好吗？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艾托：“吸烟对健康有害。我知道，因为我最喜欢的游戏博主这么说。”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他说的是真的。那么他的论证就是好的吗？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结论是真的：医学已经验证过无数次了。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但他的理由是另一回事：一个游戏博主，他不一定懂健康。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这个理由够吗？不够：结论是真的，但不是靠这个理由。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结论：结论为真，不会让论证变好。要看过程，不要只看结果。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谬误是看起来不错、其实不然的论证。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它几乎总是这样出错：理由不切题，或者不够。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谬误可以有一个真的结论：出错的是过程。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