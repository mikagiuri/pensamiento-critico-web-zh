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第14课 · 第3单元 · 谬误 I：攻击、转移、煽动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攻击个人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攻击说话的人，或者说他自己也这样做，并不能证明他的想法是错的。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一个好理由的三个问题：是真的吗？是否______？是否______？  （第13课）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第3单元的谬误是攻击、______或者煽动情绪。  （第13课）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如果理由是______的，论证就站不住。  （第9课）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一个好理由的三个问题：是真的吗？是否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切题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？是否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充分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？  （第13课）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第3单元的谬误是攻击、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转移话题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或者煽动情绪。  （第13课）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如果理由是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假的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的，论证就站不住。  （第9课）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奥马尔提议把课间休息延长五分钟。凯文回答：“你有什么资格提议，你是新来的，连体育馆在哪儿都不知道。”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凯文说了奥马尔的想法好不好吗？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攻击个人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攻击个人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攻击个人（ad hominem）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攻击提出论证的人，而不是回应他的论证。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En latín,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ad hominem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significa «contra la persona»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Ataca su aspecto, sus notas, su edad, su familia…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idea se queda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sin responder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¿qué tiene que ver quién lo dice con la idea?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攻击个人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“你也一样”（tu quoque）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因为提出批评或建议的人自己也没做到，就拒绝这个批评或建议。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En latín,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tu quoque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significa «tú también»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 un tipo de ataque a la persona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Que alguien no cumpla un consejo no lo hace falso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攻击个人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怎样识别它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信号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例子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说的是这个人，不是这个想法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“你？你数学都不及格。”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用他的年龄、他的群体或他的外貌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“你就是个小孩，你懂什么。”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把批评又扔了回去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“你不也是这样做的吗。”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1 · 课间休息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奥马尔提议把课间休息延长五分钟。凯文：“你有什么资格提议，你是新来的，连体育馆在哪儿都不知道。”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奥马尔提议什么？延长课间休息。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凯文回答了什么？他说的是奥马尔，不是课间休息。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是新来的和这个想法有什么关系？没有关系：这个想法好不好，都和他是不是新来的无关。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结论：攻击个人。奥马尔的提议依然没有得到回应。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2 · 在家里的“你也一样”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雅斯敏的妈妈：“别玩手机了，你已经玩了三个小时。”雅斯敏：“你还说我呢，你不是一直在看微信（WhatsApp）吗！”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妈妈说了什么？玩三个小时手机太多了。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雅斯敏回答了什么？她妈妈也经常用手机。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这改变了什么吗？如果妈妈也玩得太多，这个建议对两个人都适用。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结论：“你也一样”。这可能是真的，但没有回应批评。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3 · 当这个人确实重要时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一段视频说，有种药丸三天就能去掉痘痘。说这话的人是卖这种药丸的品牌的老板。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说的是这个人吗？是的：说他靠卖药丸赚钱。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切题吗？切题：赚钱的人可能会夸大。这是要求拿出证据的理由。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但这并不能证明他说的是假的：只能说明光凭他的话不够。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结论：这不是 ad hominem。如果说的是这个人是否可信，那么谈论这个人是可以的。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不是所有的都是攻击个人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不是所有的都是攻击个人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是攻击，还是切题的事实？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攻击个人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«No le hagas caso, es un friki»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«Qué sabrá, si es de primero»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«Tú también lo haces, así que calla»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切题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«Lo vende él: pidamos pruebas»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«Ya nos mintió con esto: comprobémoslo»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«No es médico: preguntemos a un médico»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第3部分 · 不是所有的都是攻击个人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总是“你也一样”吗？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班长奥马尔在班上要求：“大家要遵守发言的顺序。”后来他却打断所有人。奈亚拉：“你要求大家遵守发言顺序，你自己却不遵守。”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她把批评扔了回去。这是“你也一样”的谬误吗？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奈亚拉没有说这条规矩不好。她也没有用它来逃避遵守。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她指出的是一个真正的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前后矛盾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：奥马尔要求别人做的事，他自己不做。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而且这是切题的：班长应该以身作则。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结论：指出前后矛盾不是谬误。如果说“那我也不遵守发言顺序了”，那才是谬误。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攻击个人回应的是说话的人，而不是他说的内容。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“你也一样”因为提建议的人自己也没做到，就拒绝这个建议。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只有当谈论这个人会影响他的可信度时才可以：比如利益、谎言，或者他懂不懂这个话题。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