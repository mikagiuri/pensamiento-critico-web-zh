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第15课 · 第3单元 · 谬误 I：攻击、转移、煽动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稻草人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稻草人是歪曲别人的想法，去攻击一个更容易推翻的版本。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拉丁语里，ad hominem 的意思是“针对______”。  （第14课）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一个人自己做不到某个建议，并不会让这个建议变______。  （第14课）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如果我是靠______猜对的，那我并不算知道。  （第3课）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拉丁语里，ad hominem 的意思是“针对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人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”。  （第14课）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一个人自己做不到某个建议，并不会让这个建议变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假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（第14课）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如果我是靠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运气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猜对的，那我并不算知道。  （第3课）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蕾雷：“午饭的时候，我们可以把手机放在书包里。”迪伦：“当然啦，你就是想禁止手机，让我们回到中世纪。”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蕾雷说过这种话吗？迪伦在和什么想法作对？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什么是稻草人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什么是稻草人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稻草人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歪曲别人的想法，把它夸大或者改变，然后去攻击这个假的版本，而不是真正的想法。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稻草人看起来像一个人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但一推就倒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要问：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我说的真的就是这个意思吗？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什么是稻草人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制造稻草人的三种方式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夸大：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“少吃点糖”变成了“禁止吃甜食”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删减：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去掉让这个想法合理的那一部分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捏造：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把他没说过的话硬放进他嘴里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什么是稻草人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他说的话和被攻击的话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他说的话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稻草人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“我们可以把操场上的音乐调小一点”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“她想让课间变成图书馆”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“我累了，今天不出去”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“你已经不在乎朋友们了”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“这个游戏广告太多了”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“你讨厌电子游戏”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1 · 午饭时的手机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蕾雷：“午饭的时候，我们可以把手机放在书包里。”迪伦：“当然啦，你就是想禁止手机，让我们回到中世纪。”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蕾雷说了什么？午饭时把手机放在书包里。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迪伦攻击什么？“禁止手机”和“中世纪”。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这是一回事吗？不是：这是被夸大的版本，更容易被拒绝。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结论：稻草人。蕾雷真正的想法依然没有得到回应。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2 · 油管上的一条评论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陈在一个视频下评论：“广告太多了。”另一个用户回复：“也就是说，创作者应该免费工作。说得真轻巧。”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陈说了什么？说广告太多了。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他们攻击的是什么？创作者免费工作。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陈说过这话吗？没有：广告少一点，不等于一分钱都不赚。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结论：夸大造成的稻草人。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3 · 好好概括不是稻草人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奈亚拉：“星期五的作业应该短一点。”奥马尔：“你是提议周末少布置作业。我不同意：星期一有考试。”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奥马尔概括得好吗？好：“短一点”就是“少一点作业”。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他回应的是真正的想法吗？是的，而且给了理由：星期一的考试。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他们意见不一样，这没有问题。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结论：这不是稻草人。不同意真正的想法是正当的。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歪曲还是概括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歪曲还是概括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稻草人，还是公正的概括？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稻草人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夸大或改变这个想法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攻击没有说过的东西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想轻松取胜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公正的概括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照对方说的原样重复这个想法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对方会说：“对，我就是这个意思”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回应的是真正的想法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第3部分 · 歪曲还是概括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听起来夸张 = 稻草人？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艾托：“作业一点用也没有：应该全部取消。”玛亚伦：“艾托想取消所有作业，我不同意。”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听起来非常夸张。它是稻草人吗？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听起来很极端，就像我们看过的那些稻草人。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但是艾托说过吗？说过：“应该全部取消”。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艾托会说：“对，我就是这个意思。”这是对一个本来就很极端的想法的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公正概括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结论：要和他真正说的话比较，而不是和听起来多夸张比较。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稻草人歪曲别人的想法，让它更容易被攻击。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它是通过夸大、删减或捏造对方说的话做出来的。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要拆穿它，就问：我说的真的就是这个意思吗？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