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第16课 · 第3单元 · 谬误 I：攻击、转移、煽动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诉诸情绪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情绪很重要，有时也是理由；谬误是用吓唬或博同情来代替给出理由。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在公平的概括中，对方会说：“对，我就是这么______的。”  （第15课）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稻草人看起来像一个人，但一碰就______。  （第15课）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要推翻一个“所有”，有一个反例______。  （第11课）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在公平的概括中，对方会说：“对，我就是这么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说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的。”  （第15课）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稻草人看起来像一个人，但一碰就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倒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（第15课）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要推翻一个“所有”，有一个反例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就够了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（第11课）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“如果你在午夜前不把这条消息转发给十个联系人，你的微信（WhatsApp）账号就会被删除。”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读到它你有什么感觉？它给了你什么证据吗？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用恐惧、同情和愧疚代替理由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用恐惧、同情和愧疚代替理由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诉诸恐惧（ad metum）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用吓唬来说服别人，而不是给出理由：拿出一个没有被证明的危险，或者和话题无关的危险。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想让你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很快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做决定，不要思考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微信（WhatsApp）连锁消息、广告、谣言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要问：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这个危险是真的吗？有什么证据？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用恐惧、同情和愧疚代替理由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诉诸同情（ad misericordiam）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用博同情来说服别人，而不是就正在讨论的事情给出理由。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也叫作诉诸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怜悯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同情可能是真的，但它没有回答问题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要问：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如果去掉同情，还剩下什么理由？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用恐惧、同情和愧疚代替理由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怎样识别它们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谬误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信号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例子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恐惧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“如果不……，就会发生可怕的事”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“没有这个手机壳，你会丢掉所有的照片”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同情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用难过代替理由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“让我及格吧，不然他们会惩罚我”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愧疚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“如果你真的在乎你的家人……”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“转发它，不然你就是坏人”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1 · 微信（WhatsApp）连锁消息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“如果你在午夜前不把这条消息转发给十个联系人，你的微信（WhatsApp）账号就会被删除。”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他们要我做什么？转发这条消息。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他们给了什么理由？一种恐惧：丢掉账号。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有什么证据？没有。微信（WhatsApp）不会因为不转发连锁消息就删除账号。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结论：诉诸恐惧。如果去掉恐惧，就没有剩下任何理由了。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2 · 处分单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伊克尔对老师说：“别因为我在课堂上用手机给我记处分。我妈妈会惩罚我，不让我去看毕尔巴鄂竞技（Athletic）的比赛。”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在讨论什么？在课堂上用手机该不该记处分。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伊克尔给了什么理由？受到惩罚会让他很难过。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如果去掉同情，还剩下什么？关于他有没有用手机，什么也没有。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结论：诉诸同情。他的难过可能是真的，但不切题。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3 · 有理由的恐惧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一家自行车学校的海报：“请戴头盔。摔倒时，它能保护头部。这是急诊科医生说的。”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吓人吗？吓人：它说到了摔倒。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危险是真的吗？是的：骑自行车会摔倒。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有理由吗？有：它解释了头盔是怎么保护的，也说了是谁说的。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结论：这不是谬误。用理由来提醒一个真实的危险是正当的。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情绪伴随理由，还是代替理由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情绪伴随理由，还是代替理由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什么时候是谬误？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谬误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恐惧、同情或愧疚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代替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了理由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危险没有被证明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他们催着你，不让你思考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正当的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情绪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伴随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着理由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危险是真的，而且做了解释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你可以冷静地去核实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第3部分 · 情绪伴随理由，还是代替理由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博同情总是谬误吗？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学校的海报：“我们正在为食物银行募集食物。街区里有些家庭连吃的都不够。”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它让人同情。它是诉诸同情吗？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是的，它让人同情：它说到了生活艰难的家庭。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但它要求的是什么？帮助。而有人挨饿，恰恰就是帮助的理由。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如果去掉同情，还剩下什么理由？一种真实的需要，而且可以去核实。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结论：这不是谬误。情绪伴随着一个切题的理由。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诉诸恐惧是用吓唬代替给出理由：危险没有被证明。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诉诸同情是用博同情代替给出理由。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如果情绪伴随着理由，它就有价值；如果代替了理由，就没有。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