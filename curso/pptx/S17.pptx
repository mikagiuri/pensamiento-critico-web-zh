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第17课 · 第3单元 · 谬误 I：攻击、转移、煽动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假线索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假线索是为了不回答而转移话题，结果讨论离问题越来越远。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如果情绪______理由，就是正当的；如果情绪______理由，就是谬误。  （第16课）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针对恐惧的问题：这个危险是______的吗？有什么证据？  （第16课）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在故事里，朝臣们为了讨好______而一瘸一拐。  （第5课）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如果情绪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配合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理由，就是正当的；如果情绪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取代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理由，就是谬误。  （第16课）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针对恐惧的问题：这个危险是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真实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的吗？有什么证据？  （第16课）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在故事里，朝臣们为了讨好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国王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而一瘸一拐。  （第5课）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一个女孩的妈妈：“你做作业了吗？”这个女孩：“你知道毕尔巴鄂竞技（Athletic）签了一个新前锋吗？”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这个女孩回答了吗？她为什么要转移话题？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什么是假线索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什么是假线索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假线索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转移话题，不回答被问到的或正在讨论的问题。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新的话题通常更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有趣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真正的问题被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忘掉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在英语里叫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red herring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（红鲱鱼）：据说它能让猎犬迷失方向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这和我们刚才说的有什么关系？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什么是假线索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怎样识别它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回答说的是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别的事情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常常以“是啊，但是……”或者“那……你怎么说？”开头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最后没有人记得一开始的问题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它不是撒谎：它是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躲闪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一个女孩的妈妈：“你做作业了吗？”这个女孩：“你知道毕尔巴鄂竞技（Athletic）签了一个新前锋吗？”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他们问了什么？她有没有做作业。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她回答了什么？毕尔巴鄂竞技的一次签约。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有关系吗？没有：这是另一个话题，更有趣。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结论：假线索。问题依然没有得到回答。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在班级群里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一个男孩：“你为什么没问一个女孩就把她的照片发上去了？”一个同学：“那你怎么不说说另一个同学发的那些照片？那些才叫糟糕！”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在讨论什么？这个同学发那张照片对不对。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这个同学做了什么？他说起另一个同学的照片。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这回答了问题吗？没有：就算另一个同学做得更糟，问题问的也是这个同学。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结论：假线索。要回到问题上：你为什么发上去？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没有花招的转移话题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一个女孩和一个男孩在争论看哪部剧。这个男孩：“等一下，这个以后再说。你看到厨房冒烟了吗？”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他转移话题了吗？是的。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是为了不回答吗？不是：有紧急的事，而且他说得很清楚。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之后他们可以再回到那部剧。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结论：这不是假线索。如果转移话题不是为了躲闪，就是正当的。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三种不回答的方式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三种不回答的方式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这个单元到目前为止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怎么做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攻击个人（第 14 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把话题换成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这个人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稻草人（第 15 课）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这个想法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换成更差的另一个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假线索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话题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整个换掉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三种不回答的方式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说的是别的事情吗？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一个女孩的妈妈：“你做数学作业了吗？”这个女孩：“数学老师请了一整个星期的假。”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她既没说“有”，也没说“没有”。这是假线索吗？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看起来她转移了话题：她说起了老师。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但这也可能是一个回答：如果老师不在，也许就没有布置作业。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妈妈可以去核实：“那你就没有作业了？”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结论：在说“假线索”之前，先看看这个回答有没有关系，哪怕看起来没有。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假线索是为了不回答而转移话题。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新的话题通常更有趣，问题就被忘掉了。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要拆穿它：这和我们刚才说的有什么关系？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