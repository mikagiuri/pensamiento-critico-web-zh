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第18课 · 第3单元 · 谬误 I：攻击、转移、煽动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第三单元的复习和考试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我们来复习什么是谬误，以及攻击个人、歪曲想法、转移话题或利用情绪的那些谬误。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红鲱鱼就是为了不回答而转移______。  （第17课）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拆穿它的问题：这和我们刚才谈的有什么______？  （第17课）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谬误是一种______好论证、实际上并不好的论证。  （第13课）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红鲱鱼就是为了不回答而转移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话题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（第17课）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拆穿它的问题：这和我们刚才谈的有什么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关系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？  （第17课）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谬误是一种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看起来像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好论证、实际上并不好的论证。  （第13课）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“你别发表意见，你总是迟到。而且，如果你不同意我，你就没有朋友了。对了，你看比赛了吗？”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在这三句话里，你能找出多少个花招？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单元复习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谬误（第 13 课）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看起来不错、其实不然的论证：它的理由撑不起结论。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常常出错在：切题吗？或者：足够吗？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可以有一个真的结论：错的是过程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攻击与歪曲（第 14、15 课）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谬误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花招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能拆穿它的问题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攻击个人（ad hominem）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攻击说话的人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说话的人是谁，和这有什么关系？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“你也一样”（tu quoque）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你自己也没做到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这会让建议变成假的吗？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稻草人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歪曲别人的想法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我说的真的就是这个意思吗？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煽动与转移（第 16、17 课）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谬误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花招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能拆穿它的问题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诉诸恐惧（ad metum）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没有证据就吓唬人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这个危险是真的吗？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诉诸同情（ad misericordiam）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博同情，不给理由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如果去掉同情，还剩下什么理由？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假线索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转移话题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这和我们刚才说的有什么关系？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不是谬误的情况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谬误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单纯攻击个人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夸大别人的想法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没有证据就吓唬人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转移话题来躲闪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正当的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怀疑靠它赚钱的人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公正地概括这个想法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用理由提醒一个真实的危险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因为紧急的事而转移话题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怎样分析一句可疑的话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1. 他们要我相信什么，或做什么？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2. 他们给了我什么理由？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3. 切题吗？说的是这个想法，还是别的事情？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4. 如果是花招，给它起个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名字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，问它那个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问题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解决的案例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三句话里的三个花招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“你别发表意见，你总是迟到。而且，如果你不同意我，你就没有朋友了。对了，你看比赛了吗？”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“你总是迟到”：攻击个人，而不是他的观点。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“你就没有朋友了”：诉诸恐惧，没有证据。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“你看比赛了吗？”：假线索，转移话题。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结论：三个谬误，没有一个理由。对方的观点依然没有得到回应。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恐惧和着急：总是谬误吗？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火警响了。老师：“马上出去，排好队，不要拿书包！”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它让人害怕、让人着急，就像微信（WhatsApp）连锁消息一样。它是诉诸恐惧吗？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既有恐惧，也有着急：让人没法冷静思考。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但危险是真的，或者可能是真的：警报就是信号。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这里停下来争论才是危险的。以后再去核实。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结论：这不是谬误。要看危险是不是真的，而不只是看它吓不吓人。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谬误看起来像好论证，但它的理由撑不起结论。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这个单元里的谬误攻击个人、歪曲想法、转移话题或利用情绪。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每一种谬误都有一个能拆穿它的问题。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不看笔记。在每个答案旁边标出“确定”或“不确定”。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