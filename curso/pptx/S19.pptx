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第19课 · 第4单元 · 谬误 II：错误的推理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以偏概全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草率概括是根据几个不够多的例子，就对所有人或所有情况下结论。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如果是个把戏，就给它起个______，并向它提出对应的问题。  （第18课）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稻草人______对方的想法。  （第18课）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结论不一定放在______。  （第7课）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如果是个把戏，就给它起个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名字</a:t>
            </a:r>
            <a:r>
              <a:rPr sz="2600" b="0">
                <a:solidFill>
                  <a:srgbClr val="1F2A44"/>
                </a:solidFill>
                <a:latin typeface="Nunito Sans"/>
              </a:rPr>
              <a:t>，并向它提出对应的问题。  （第18课）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稻草人</a:t>
            </a:r>
            <a:r>
              <a:rPr sz="2600" b="1">
                <a:solidFill>
                  <a:srgbClr val="1F2A44"/>
                </a:solidFill>
                <a:latin typeface="Nunito Sans"/>
              </a:rPr>
              <a:t>歪曲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对方的想法。  （第18课）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结论不一定放在</a:t>
            </a:r>
            <a:r>
              <a:rPr sz="2600" b="1">
                <a:solidFill>
                  <a:srgbClr val="1F2A44"/>
                </a:solidFill>
                <a:latin typeface="Nunito Sans"/>
              </a:rPr>
              <a:t>最后</a:t>
            </a:r>
            <a:r>
              <a:rPr sz="2600" b="0">
                <a:solidFill>
                  <a:srgbClr val="1F2A44"/>
                </a:solidFill>
                <a:latin typeface="Nunito Sans"/>
              </a:rPr>
              <a:t>。  （第7课）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“我表哥在网上买了一双运动鞋，到手的是坏的。在网上买东西总是骗局。”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他看了多少个例子？这样够说“总是”吗？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从一个例子到“所有”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从一个例子到“所有”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以偏概全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根据几个不够多的例子，就对所有人（或者“总是”）下结论。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También se llama generalización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precipitada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Falla la pregunta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¿es suficiente?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（第9课）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Pregunta: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¿cuántos casos has mirado? ¿Son suficientes?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从一个例子到“所有”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怎样识别它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Suele usar palabras como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todos</a:t>
            </a:r>
            <a:r>
              <a:rPr sz="2800" b="0">
                <a:solidFill>
                  <a:srgbClr val="1F2A44"/>
                </a:solidFill>
                <a:latin typeface="Nunito Sans"/>
              </a:rPr>
              <a:t>,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nunca</a:t>
            </a:r>
            <a:r>
              <a:rPr sz="2800" b="0">
                <a:solidFill>
                  <a:srgbClr val="1F2A44"/>
                </a:solidFill>
                <a:latin typeface="Nunito Sans"/>
              </a:rPr>
              <a:t>,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siempre</a:t>
            </a:r>
            <a:r>
              <a:rPr sz="2800" b="0">
                <a:solidFill>
                  <a:srgbClr val="1F2A44"/>
                </a:solidFill>
                <a:latin typeface="Nunito Sans"/>
              </a:rPr>
              <a:t>,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ninguno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La prueba es un caso, dos o «uno que conozco»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Muchas veces habla de un grupo entero de personas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Así nacen muchos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estereotipos</a:t>
            </a:r>
            <a:r>
              <a:rPr sz="2800" b="0">
                <a:solidFill>
                  <a:srgbClr val="1F2A44"/>
                </a:solidFill>
                <a:latin typeface="Nunito Sans"/>
              </a:rPr>
              <a:t>: ideas fijas sobre un grupo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从一个例子到“所有”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从几个例子到“所有”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例子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草率的结论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另一个班的两个男生抄作业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“那个班的人都是抄作业的”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某个品牌的一款电子游戏让我觉得无聊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“那个品牌的游戏都很差”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有一天地铁晚点了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“地铁从来不准点”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已解决的案例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 1 · 运动鞋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“我表哥在网上买了一双运动鞋，到手的是坏的。在网上买东西总是骗局。”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结论是什么？在网上买东西总是骗局。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有多少个例子？一个：表哥的那个。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够吗？不够：每天都有非常多的网购，而且大多数都顺利收到。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结论：草率概括。更公正的说法是：“有时会出问题；应该看清楚这家店。”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 2 · 一整个年级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陈：“一个一年级的男生昨天在走廊里推了我。一年级的人都是没礼貌的。”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有多少个例子？一个。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一年级有多少学生？很多：一个人代表不了他们。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公平吗？不公平：因为一个人做的事，去怪很多人。每个人都不一样。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结论：草率概括。刻板印象就是这样开始的。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 3 · 什么时候可以概括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想象一次对比斯开省（Bizkaia）20 所中学的 500 名学生的调查。其中 80% 说他们用手机学习（虚构的数据）。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有多少个例子？很多：500 个。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它们有差别吗？有：来自 20 所不同的中学。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够吗？说“大多数”够了；说“所有”不够。而且它没有说到每一个学生。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结论：这不是谬误。根据很多不同的例子来概括，是做得对的归纳（第 10 课）。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一勺汤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玛亚伦尝了一勺汤，说：“这汤太咸了。”她只看了一个例子。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用一个例子来说整锅汤……是草率概括吗？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看起来是这样：她只尝了一勺，就对整锅汤下了结论。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但是汤是搅匀的：每一勺几乎都一样。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人、商店或比赛就不是这样：每个例子都可能很不一样。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结论：这不是谬误。需要多少个例子，要看这些事物有多</a:t>
            </a:r>
            <a:r>
              <a:rPr sz="2400" b="1">
                <a:solidFill>
                  <a:srgbClr val="1F2A44"/>
                </a:solidFill>
                <a:latin typeface="Nunito Sans"/>
              </a:rPr>
              <a:t>不一样</a:t>
            </a:r>
            <a:r>
              <a:rPr sz="2400" b="0">
                <a:solidFill>
                  <a:srgbClr val="1F2A44"/>
                </a:solidFill>
                <a:latin typeface="Nunito Sans"/>
              </a:rPr>
              <a:t>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第3部分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概括得对与不对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第3部分 · 概括得对与不对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草率，还是做得对？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草率的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Pocos casos, para cosas muy distintas entre sí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Casos muy parecidos o elegidos a propósito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Dice más de lo que muestran los casos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做得对的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Casos suficientes para lo variadas que son las cosas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Casos variados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Dice solo lo que muestran: «la mayoría», «a menudo»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草率概括是从几个不够多的例子一下跳到“所有”或“总是”。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要拆穿它：你看了多少个例子？够不够？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概括没有问题，只要例子足够多、足够多样，而且不说得比例子所显示的更多。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第一遍：不看笔记，用圆珠笔写。第二遍：看笔记，换一种颜色。每个答案都标出“确定”或“不确定”。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