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第19课 · 第4单元 · 谬误 II：错误的推理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以偏概全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草率概括是根据几个不够多的例子，就对所有人或所有情况下结论。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如果是个把戏，就给它起个______，并向它提出对应的问题。  （第18课）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稻草人______对方的想法。  （第18课）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结论不一定放在______。  （第7课）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如果是个把戏，就给它起个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名字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，并向它提出对应的问题。  （第18课）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稻草人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歪曲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对方的想法。  （第18课）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结论不一定放在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最后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“我表哥在网上买了一双运动鞋，到手的是坏的。在网上买东西总是骗局。”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他看了多少个例子？这样够说“总是”吗？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从一个例子到“所有”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从一个例子到“所有”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以偏概全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根据几个不够多的例子，就对所有人（或者“总是”）下结论。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也叫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仓促的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概括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不过关的是问题：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它足够吗？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 9 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要问：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你看了多少个例子？够不够？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从一个例子到“所有”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怎样识别它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常常用到这样的词：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所有</a:t>
            </a:r>
            <a:r>
              <a:rPr sz="2800" b="0">
                <a:solidFill>
                  <a:srgbClr val="1F2A44"/>
                </a:solidFill>
                <a:latin typeface="Nunito Sans"/>
              </a:rPr>
              <a:t>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从不</a:t>
            </a:r>
            <a:r>
              <a:rPr sz="2800" b="0">
                <a:solidFill>
                  <a:srgbClr val="1F2A44"/>
                </a:solidFill>
                <a:latin typeface="Nunito Sans"/>
              </a:rPr>
              <a:t>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总是</a:t>
            </a:r>
            <a:r>
              <a:rPr sz="2800" b="0">
                <a:solidFill>
                  <a:srgbClr val="1F2A44"/>
                </a:solidFill>
                <a:latin typeface="Nunito Sans"/>
              </a:rPr>
              <a:t>、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没有一个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证据只是一个例子、两个例子，或者“我认识的一个人”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常常说的是整整一群人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很多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刻板印象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就是这样产生的：对一个群体的固定看法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从一个例子到“所有”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从几个例子到“所有”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例子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草率的结论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另一个班的两个男生抄作业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“那个班的人都是抄作业的”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某个品牌的一款电子游戏让我觉得无聊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“那个品牌的游戏都很差”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有一天地铁晚点了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“地铁从来不准点”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1 · 运动鞋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“我表哥在网上买了一双运动鞋，到手的是坏的。在网上买东西总是骗局。”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结论是什么？在网上买东西总是骗局。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有多少个例子？一个：表哥的那个。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够吗？不够：每天都有非常多的网购，而且大多数都顺利收到。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结论：草率概括。更公正的说法是：“有时会出问题；应该看清楚这家店。”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2 · 一整个年级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陈：“一个一年级的男生昨天在走廊里推了我。一年级的人都是没礼貌的。”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有多少个例子？一个。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一年级有多少学生？很多：一个人代表不了他们。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公平吗？不公平：因为一个人做的事，去怪很多人。每个人都不一样。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结论：草率概括。刻板印象就是这样开始的。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3 · 什么时候可以概括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想象一次对比斯开省（Bizkaia）20 所中学的 500 名学生的调查。其中 80% 说他们用手机学习（虚构的数据）。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有多少个例子？很多：500 个。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它们有差别吗？有：来自 20 所不同的中学。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够吗？说“大多数”够了；说“所有”不够。而且它没有说到每一个学生。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结论：这不是谬误。根据很多不同的例子来概括，是做得对的归纳（第 10 课）。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一勺汤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玛亚伦尝了一勺汤，说：“这汤太咸了。”她只看了一个例子。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用一个例子来说整锅汤……是草率概括吗？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看起来是这样：她只尝了一勺，就对整锅汤下了结论。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但是汤是搅匀的：每一勺几乎都一样。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人、商店或比赛就不是这样：每个例子都可能很不一样。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结论：这不是谬误。需要多少个例子，要看这些事物有多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不一样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概括得对与不对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概括得对与不对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草率，还是做得对？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草率的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例子很少，却用来说彼此很不相同的事物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例子非常相似，或者是故意挑选的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说的比例子所显示的更多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做得对的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例子的数量对这些事物的差异来说是足够的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例子是多种多样的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只说例子所显示的：“大多数”“常常”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草率概括是从几个不够多的例子一下跳到“所有”或“总是”。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要拆穿它：你看了多少个例子？够不够？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概括没有问题，只要例子足够多、足够多样，而且不说得比例子所显示的更多。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