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第20课 · 第4单元 · 谬误 II：错误的推理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虚假两难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虚假两难只给出两个选项，好像只有这两个，而实际上还有别的出路。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要多少个例子才能概括，取决于这些事物有多么______。  （第19课）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以偏概全违背了好理由的这个问题：是______的吗？  （第19课）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制造稻草人的三种方式：夸大、______和编造。  （第15课）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要多少个例子才能概括，取决于这些事物有多么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多样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（第19课）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以偏概全违背了好理由的这个问题：是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充分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的吗？  （第19课）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制造稻草人的三种方式：夸大、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删减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和编造。  （第15课）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朋友圈里的消息：“要么你大周节（Aste Nagusia）整晚都来，要么就是你已经不是我们的人了。”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真的只有这两个选项吗？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“要么这个，要么那个”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“要么这个，要么那个”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虚假两难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只给出两个选项，好像没有别的，而实际上还有其他出路。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两难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：必须在两个选项里选一个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听起来通常是这样：“要么……要么……”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常常把你推向对方想要的那个选项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要问：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真的没有第三个选项吗？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“要么这个，要么那个”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其他选项藏在哪里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在中间：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不是全部也不是什么都没有，一点点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两个同时：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既学习，也玩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两个都不要：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另一个不同的做法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以后：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今天不行，改天可以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1 · 大周节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朋友圈里的消息：“要么你大周节（Aste Nagusia）整晚都来，要么就是你已经不是我们的人了。”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他们给了我哪两个选项？整晚都去，或者不再是这个朋友圈的人。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还有别的吗？有：去一会儿、改天去、不去也继续做朋友。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这个两难有什么用？用来推着我走：另一个选项让人害怕。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结论：虚假两难。出路比他们说的多。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2 · 在家里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一个男孩的爸爸：“要么你永远不玩电子游戏，要么你每门都不及格。”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哪两个选项？永远不玩，或者每门都不及格。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有第三个选项吗？少玩一点：一个小时、只在周末、学完之后再玩。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这份担心是真的吗？可能是：如果玩得太多，学习就会少。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结论：虚假两难。问题可能是真的；假的是“只有两条出路”。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3 · 一个真正的两难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一个女孩有一张演唱会的票，还有一张比赛的票。两个都是星期六六点，在毕尔巴鄂的不同地方。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她有哪两个选项？演唱会或者比赛。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她能两个都去吗？不能：时间相同，地点不同。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她可以两个都不去，但不能两个都有：选一个就去不了另一个。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结论：这不是虚假两难。有时真的只有两个选项。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进球还是没进球？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视频助理裁判（VAR）在回看一次进攻：“要么球整个越过了线，要么没有越过。”一个男孩：“虚假两难！它只给了两个选项。”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它有“要么……要么……”的形式。这个男孩说得对吗？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看起来是这样：只有两个选项，听起来像“要么……要么……”。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找找第三个：半个球进了？不存在。如果没有整个越过，就是没有越过。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当一个选项恰好是另一个的反面（“是 / 不是”），就没有第三个选项的位置了。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结论：这不是谬误。“要么……要么……”只是个线索；关键是真的有没有更多选项。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虚假两难和真正的两难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虚假两难和真正的两难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是假的还是真的？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虚假两难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“要么全部，要么什么都没有”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把中间的选项藏起来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把你推向对方想要的选项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真正的两难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这两个选项确实是仅有的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选一个就不能选另一个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可以核实没有别的选项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虚假两难只给出两个选项，而实际上还有更多。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其他的出路通常在中间、两个同时，或者另一个不同的选择里。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要拆穿它：真的没有第三个选项吗？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