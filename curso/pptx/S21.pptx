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第21课 · 第4单元 · 谬误 II：错误的推理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滑坡谬误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滑坡把越来越糟的后果一环扣一环地连起来，却没有给出理由说明每一步一定会导致下一步。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在虚假两难里，被藏起来的选项可能在______，可能是两个都选，也可能是别的。  （第20课）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虚假两难只给出______个选项，其实还有更多。  （第20课）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如果理由是______的，论证就站不住。  （第9课）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在虚假两难里，被藏起来的选项可能在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中间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，可能是两个都选，也可能是别的。  （第20课）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虚假两难只给出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两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个选项，其实还有更多。  （第20课）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如果理由是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假的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的，论证就站不住。  （第9课）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“如果今天我让你待到十点，明天你就会想待到十二点，最后就会不回家了。”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一步一定会导致下一步吗？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一连串的后果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一连串的后果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滑坡谬误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说一个小小的第一步一定会导致一连串可怕的后果，却没有给出每一步的理由。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就像滑梯：一旦上去，就停不下来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就算每一步都有可能，整个链条也很不可能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要问：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为什么一步一定会导致下一步？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一连串的后果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怎样识别它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从小事开始，以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可怕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的事结束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很多“然后……”一个接一个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没有人解释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为什么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每一步会导致下一步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它有点像诉诸恐惧：用结局来吓人（第 16 课）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到十点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“如果今天我让你待到十点，明天你就会想待到十二点，最后就会不回家了。”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第一步？有一天待到十点。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结局？不回家了。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一步一定会导致下一步吗？不一定：父母可以在十二点说不行。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结论：滑坡。可以谈第一步，不必直接跳到结局。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语文作业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凯文：“如果我今天不做语文作业，我就会不及格，就会留级，就会辍学，就永远找不到工作。”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有多少步？四步，一步比一步糟。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有哪一步有理由吗？没有：一天没做作业不会让一门课不及格。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每一个跳跃都需要理由，而这里一个也没有。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结论：滑坡。做作业是好事，但这个理由不成立。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一个真实的链条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奈亚拉的手机只剩 5% 的电：“如果我不充电，它今天下午就会关机，我训练完出来就没法通知我妈妈了。”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有多少步？两步。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每一步都有理由吗？有：只剩 5% 的电，手机很快就会关机。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结局夸张吗？不夸张：没法通知别人是真实的，而且是小事。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结论：这不是谬误。当每一步都有充分支持时，有些后果是真实的。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只是在聚会上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迪伦：“如果你从‘只在聚会上’吸烟开始，很容易发展成每天都吸。尼古丁会让人上瘾。”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它从小事开始，以糟糕的结局收场……是滑坡吗？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看起来像滑梯：一个小小的第一步，一个糟糕的结局。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但这一步是有理由的：尼古丁会让人上瘾，这一点有很多研究。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而且他没有说“一定”：他说的是很容易发生。他没有夸大。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结论：这不是谬误。重要的是每一步有没有理由，而不是结局好不好。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不是每个链条都是谬误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不是每个链条都是谬误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滑梯，还是真实的后果？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滑坡谬误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没有理由的步骤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夸大的结局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把每一步都当成一定会发生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真实的后果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每一步都有理由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说的是“可能发生”，不是“一定会发生”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每一步都可以核实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滑坡把越来越糟的后果连起来，却没有给出理由。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要拆穿它：为什么一步一定会导致下一步？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不是每个链条都是谬误：如果每一步都有理由，这个提醒就有价值。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