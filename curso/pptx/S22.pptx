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第22课 · 第4单元 · 谬误 II：错误的推理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虚假因果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一件事发生在另一件事之后，或者同时发生，并不足以说明前一件事就是它的原因。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滑坡谬误和诉诸______很像：用结局来吓人。  （第21课）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滑坡谬误就像一个______：一上去就停不下来。  （第21课）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英语里，红鲱鱼叫作 red ______。  （第17课）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滑坡谬误和诉诸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害怕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很像：用结局来吓人。  （第21课）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滑坡谬误就像一个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滑梯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：一上去就停不下来。  （第21课）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英语里，红鲱鱼叫作 red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herring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“自从我戴上这条红手链，毕尔巴鄂竞技（Athletic）已经连赢了三场比赛。这条手链能带来好运。”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这条手链和进球有什么关系？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“在这之后”不等于“因为这个”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“在这之后”不等于“因为这个”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虚假因果（post hoc）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只因为一件事发生在前面，或者两件事同时出现，就认为其中一件导致了另一件，却不去看其他解释。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原因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：使另一件事发生的东西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拉丁语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post hoc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的意思是：“在这之后”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“在这之后”不等于“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因为这个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问题：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这可能只是巧合，或者还有别的原因吗？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“在这之后”不等于“因为这个”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虚假因果的两种形式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形式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错误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在这之后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先发生，所以就是原因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“我剪了头发，我们就输了比赛”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同时出现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（相关性）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两件事同时出现，所以一件导致另一件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“冰淇淋卖得越多，烧伤的人越多：冰淇淋会烫人”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红手环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“自从我戴上这条红手链，毕尔巴鄂竞技（Athletic）已经连赢了三场比赛。这条手链能带来好运。”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之前发生了什么？戴上手环。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之后发生了什么？赢了三场。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还有别的解释吗？球队踢得好，对手很弱，或者只是巧合。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结论：虚假因果（post hoc）。“在这之后”不等于“因为这个”。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早餐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编造的新闻：“在家吃早餐的学生成绩更好”。一个男孩得出结论：“吃早餐会让你更聪明”。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它们同时出现吗？是的：在家吃早餐和成绩好。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可能有第三个原因吗？有：睡得好、作息规律、家里有人帮助。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早餐也许有帮助，但这个数据只说明它们同时出现。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结论：同时出现还不够。要知道谁导致谁，还需要更多证据。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找得对的原因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一个女孩下午不再喝能量饮料，三个星期里都睡得更早。她又开始喝，又睡不好了。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只发生了一次吗？不是：她观察了好几个星期。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她去掉又加上原因了吗？是的，结果也跟着变化。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有解释吗？有：能量饮料含咖啡因，而咖啡因会让人睡不着。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结论：这不是谬误。真正的原因要多次检验，并且能够解释。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虚假因果忽略了什么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虚假因果忽略了什么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需要看的三种解释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巧合：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它们只是碰巧同时发生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第三个原因：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天气热，既让冰淇淋卖得多，也让人更容易被晒伤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反过来：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也许看起来像结果的东西其实是原因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虚假因果忽略了什么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一个男孩第一次吃虾。十分钟后，他的嘴唇肿了起来，皮肤发痒。他妈妈说：“是虾引起的。”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发生在后面……是虚假因果吗？“在这之后”不等于“因为这个”。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它有“发生在后面，所以就是原因”的形式。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但有一个已知的解释：食物过敏正是这样，而且很快就发作。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而且可以检验：医院里有过敏检查。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结论：“在这之后”不够，但可能是一条好线索。只有在你什么都不再看的时候，才是谬误。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虚假因果是只因为A发生在前面或者和B同时出现，就认为A导致B。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“在这之后”不等于“因为这个”，只有相关性也不能证明因果。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问题：这可能是巧合、第三个原因，或者反过来吗？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