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第23课 · 第4单元 · 谬误 II：错误的推理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无知与循环论证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不知道某件事是假的，并不会让它变成真的；把结论藏在前提里，也证明不了什么。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拆穿虚假因果的问题：会不会是______，或者有别的原因？  （第22课）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虚假因果忘了：“在……之后”不等于“是……的______”。  （第22课）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要推翻一个“所有”，有一个反例______。  （第11课）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拆穿虚假因果的问题：会不会是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巧合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，或者有别的原因？  （第22课）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虚假因果忘了：“在……之后”不等于“是……的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原因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”。  （第22课）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要推翻一个“所有”，有一个反例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就够了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“鬼是存在的：从来没有人证明过它们不存在。”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没有人证明过，就能证明它们存在吗？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两种没有证据的谬误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两种没有证据的谬误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诉诸无知（ad ignorantiam）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说某件事是真的，因为没有人证明它是假的，或者反过来。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Ignorancia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saber algo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saber que es falso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hace verdadero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Normalmente, quien afirma algo tiene que dar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pruebas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lo sabes? ¿Qué pruebas hay a favor?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两种没有证据的谬误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循环论证（petitio principii）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把结论当作理由：结论已经藏在前提里了。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petición de principio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Da vueltas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círculo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no avanza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Dice lo mismo con otras palabras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¿la razón dice algo distinto de la conclusión?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两种没有证据的谬误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两种谬误，一眼看清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模式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无知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没有人证明不是，所以是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“没有人证明星座会不准”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循环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A是真的，因为A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“他是最棒的博主，因为没有人比他更棒”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“鬼是存在的：从来没有人证明过它们不存在。”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结论是什么？鬼是存在的。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给了什么理由？没有人证明它们不存在。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这是支持的证据吗？不是：这只说明我们不知道。这样的话，什么都能被“证明”。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结论：诉诸无知。说鬼存在的人，要拿出证据。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一次指控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Dylan：“Kevin 肯定在考试里作弊了。没人能证明他没作弊。”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Dylan 给了什么理由？没有人能证明相反的事。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有什么证据证明他作弊了？一点也没有。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这样就能用任何事指控任何人。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结论：诉诸无知。而且，没有证据就指控是不公平的。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不说谎的应用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Yasmin：“这个新闻应用说的是真话。”Leire：“你怎么知道？”Yasmin：“因为应用里写着它所有的新闻都是真的。”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结论是什么？这个应用说的是真话。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理由是什么？应用自己说的话。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要相信这个理由，我就得先相信这个应用说的是真话：这是一个圈。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结论：循环论证。需要一个来自外部的理由：其他来源。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没有证据，不处罚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教导主任：“没有证据表明 Kevin 在考试里作弊。所以不处罚他。”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因为没有证据而做决定……是诉诸无知吗？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看起来是同样的形式：“没有证明是，所以不是”。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但她并没有说“他肯定没作弊”。她是在决定没有证据时该怎么做。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这是一条公平的规则：没有证据，就不处罚任何人。这叫无罪推定。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结论：这不是谬误。决定在没有证据时怎么做，不等于断言某件事是真的。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什么时候不是谬误？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什么时候不是谬误？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缺少证据：是花招还是谨慎？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está demostrado que no, así que sí»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razón repite la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正当的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«Hemos buscado bien y no hay pruebas: probablemente no»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«Todavía no lo sabemos», sin concluir nada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razón nueva, que no depende de la conclusión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诉诸无知：“没有人证明不是，所以是真的。”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循环论证：结论已经藏在理由里了。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提出主张的人通常要给出新的证据，而不是空白或者圈子。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