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第24课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第4单元复习和测验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我们复习那些推理有问题的谬误：以偏概全、虚假两难、滑坡、虚假因果、无知和循环论证。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诉诸无知：只因为没有人证明它是______，就说它是真的。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在循环论证里，结论已经______在前提里了。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拆穿以偏概全的问题：你看了多少个______？  （第19课）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诉诸无知：只因为没有人证明它是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，就说它是真的。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在循环论证里，结论已经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在前提里了。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案例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“我的两个朋友不踢足球了，然后考试不及格。要么踢足球，要么不及格。而且没有人证明过相反的事。”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在这三句话里，你能找出多少个花招？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推理不当（第4单元）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在第3单元里，理由和话题没有关系。在这一单元里，理由不足以支撑结论。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Pocos casos, pocas opciones, pasos sin razones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Causas inventadas, vacíos de pruebas y círculos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第19、20和21课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能拆穿它的问题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以偏概全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从几个例子到“所有”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你看了多少个案例？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虚假两难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只有两个选项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真的没有第三个吗？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滑坡谬误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一连串可怕的步骤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为什么一步会导致下一步？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第22和23课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能拆穿它的问题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虚假因果（post hoc）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在这之后，所以是因为这个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是巧合还是别的原因？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诉诸无知（ad ignorantiam）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没有人证明不是，所以是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有什么证据支持？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循环论证（petitio principii）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结论就是理由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理由说的有什么不同吗？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不是谬误的情况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Uno o dos casos → «todos»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Esconder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Cadena de 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«Después de» → «por culpa de»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正当的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variados → «la mayoría»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Dos opciones que de verdad son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Consecuencias con razones en cada paso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comprobada varias veces y explicada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三句话里的四个花招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“我的两个朋友不踢足球了，然后考试不及格。要么踢足球，要么不及格。而且没有人证明过相反的事。”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“两个朋友……不及格”：用两个案例得出一条普遍规律（以偏概全），还把“在这之后”当成原因（虚假因果）。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“要么踢足球，要么不及格”：只有两个选项。虚假两难。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“没有人证明过相反的事”：诉诸无知。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结论：四种谬误，没有一个好理由让人相信踢足球能让人及格。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所有的刹车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编造的例子：地铁技术员一个一个地检查所有列车的刹车。没有一个出问题。报告：“所有刹车都正常。”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它说了“所有”……是以偏概全吗？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它说了“所有”，这通常是一个警示信号。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但他们已经把所有刹车一个一个地检查了：没有一个漏掉。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谬误是说得比案例所显示的更多。这里案例显示了全部。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结论：这不是谬误。像“所有”或者“要么……要么……”这样的词是线索，不是证据：要看理由。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在第4单元里，理由不足以支撑结论。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案例太少、两个选项、夸大的连锁、虚假因果、证据的空白和循环。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每种谬误都有它的问题：在相信结论之前先问一问。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