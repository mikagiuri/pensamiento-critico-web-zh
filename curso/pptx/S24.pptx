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第24课 · 第4单元 · 谬误 II：错误的推理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第4单元复习和测验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我们复习那些推理有问题的谬误：以偏概全、虚假两难、滑坡、虚假因果、无知和循环论证。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诉诸无知：只因为没有人证明它是______，就说它是真的。  （第23课）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在循环论证里，结论已经______在前提里了。  （第23课）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拆穿以偏概全的问题：你看了多少个______？  （第19课）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诉诸无知：只因为没有人证明它是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假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，就说它是真的。  （第23课）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在循环论证里，结论已经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藏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在前提里了。  （第23课）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拆穿以偏概全的问题：你看了多少个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案例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？  （第19课）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“我的两个朋友不踢足球了，然后考试不及格。要么踢足球，要么不及格。而且没有人证明过相反的事。”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在这三句话里，你能找出多少个花招？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单元复习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推理不当（第4单元）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在第3单元里，理由和话题没有关系。在这一单元里，理由不足以支撑结论。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案例太少、选项太少、一步步推下去没有理由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编造的原因、证据的空白和循环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第19、20和21课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谬误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花招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能拆穿它的问题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以偏概全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从几个例子到“所有”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你看了多少个案例？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虚假两难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只有两个选项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真的没有第三个吗？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滑坡谬误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一连串可怕的步骤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为什么一步会导致下一步？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第22和23课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谬误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花招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能拆穿它的问题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虚假因果（post hoc）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在这之后，所以是因为这个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是巧合还是别的原因？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诉诸无知（ad ignorantiam）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没有人证明不是，所以是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有什么证据支持？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循环论证（petitio principii）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结论就是理由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理由说的有什么不同吗？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不是谬误的情况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谬误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一两个案例 → “所有”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隐藏中间的选项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一连串步骤，没有理由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“在这之后” → “因为这个”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正当的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很多不同的案例 → “大多数”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两个选项真的是仅有的选项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每一步都有理由的后果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多次检验过并且有解释的原因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三句话里的四个花招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“我的两个朋友不踢足球了，然后考试不及格。要么踢足球，要么不及格。而且没有人证明过相反的事。”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“两个朋友……不及格”：用两个案例得出一条普遍规律（以偏概全），还把“在这之后”当成原因（虚假因果）。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“要么踢足球，要么不及格”：只有两个选项。虚假两难。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“没有人证明过相反的事”：诉诸无知。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结论：四种谬误，没有一个好理由让人相信踢足球能让人及格。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所有的刹车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编造的例子：地铁技术员一个一个地检查所有列车的刹车。没有一个出问题。报告：“所有刹车都正常。”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它说了“所有”……是以偏概全吗？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它说了“所有”，这通常是一个警示信号。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但他们已经把所有刹车一个一个地检查了：没有一个漏掉。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谬误是说得比案例所显示的更多。这里案例显示了全部。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结论：这不是谬误。像“所有”或者“要么……要么……”这样的词是线索，不是证据：要看理由。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在第4单元里，理由不足以支撑结论。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案例太少、两个选项、夸大的连锁、虚假因果、证据的空白和循环。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每种谬误都有它的问题：在相信结论之前先问一问。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不看笔记。在每个答案旁边标出“确定”或“不确定”。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