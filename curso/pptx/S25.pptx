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第25课 · 第5单元 · 权威与影响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什么是权威？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凭权力的权威可以命令你；凭知识的权威给你好的理由去相信某件事。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在第4单元的谬误中，理由对结论来说______。  （第24课）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虚假两难只给出两个______。  （第24课）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一个好理由的三个问题：是真的吗？是否______？是否______？  （第13课）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在第4单元的谬误中，理由对结论来说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不够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（第24课）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虚假两难只给出两个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选项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（第24课）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一个好理由的三个问题：是真的吗？是否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切题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？是否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充分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  （第13课）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你的教练对你说：“上场吧。”你的医生对你说：“喝下这个糖浆。”他们两个都在“命令”你。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你听他们的话，是出于同样的原因吗？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两种权威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两种权威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权威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权威是我们因为他是什么人或者因为他懂什么而听从的人。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poder: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puede mandar, porque tiene un cargo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Por saber: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sabe mucho de un tema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misma persona puede tener las 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两种权威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权力和知识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凭权力的权威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凭知识的权威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他有什么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一个职位：可以下命令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对某个话题的知识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例子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校长、裁判、警察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医生、修理工、化学老师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他要我做什么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要我服从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要我相信他说的话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为什么要听他的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因为群体的规则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因为他懂，而且有证据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两种权威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小心：有权力不等于有道理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árbitro manda en el partido, pero puede equivocarse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Obedecer no significa que quien manda tenga razón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sabe de todo por ser jefe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su saber, un experto no puede mandarte: solo darte razones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裁判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在一场毕尔巴鄂竞技的比赛里，裁判吹了点球。回放里清楚地看到那不是点球。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裁判有什么权威？凭权力：规则给了他最后的决定权。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他总是对的吗？不是：他是人，会判错。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要服从他吗？在比赛里，要：他的判决算数。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结论：服从裁判不等于相信他是对的。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修理工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Naiara 把自行车送到修车铺。修理工告诉她链条磨损了，需要换。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她有什么权威？凭知识：她每天都在修自行车。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她能强迫 Naiara 吗？不能：她管不着 Naiara。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为什么要相信她？因为她懂这方面，而且能把磨损的链条给 Naiara 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结论：我听她的是因为她懂，不是因为她命令我。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校长和足球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学校校长在操场上说：“今年毕尔巴鄂竞技肯定拿联赛冠军。”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她有权威吗？凭权力，在学校里：她可以制定规则。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她在足球上有凭知识的权威吗？没有比任何一个球迷更多。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她的职位不会让她对足球的看法更有分量。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结论：在一个地方有权力，不等于在所有话题上都有知识。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救生员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在海滩上，救生员吹着哨子喊：“快出水，有暗流！”Iker：“他只是有权力。有权力不等于有道理。”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服从他只是服从发号施令的人吗？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他有权力：他的职位让他可以在海滩上发号施令。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但他也有知识：他受过训练，能看出暗流，而且整天盯着海。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这里两种权威在一起，而且有很好的理由离开水里。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结论：“有权力不等于有道理”并不是说发号施令的人就是错的。要看他是不是也懂。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权威是我们因为他的权力或者他的知识而听从的人。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凭权力的权威可以下命令；凭知识的权威给出理由。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有权力不等于有道理，虽然有时两者兼有。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