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第26课 · 第5单元 · 权威与影响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什么时候可以相信专家？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在相信专家之前，看四件事：他的领域、共识、他的利益和他的证据。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靠知识得来的权威要求我______他说的话。  （第25课）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在一个地方有权力，并不会在所有话题上都有______：校长不会因为职位就更懂足球。  （第25课）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拆穿滑坡谬误的问题：为什么这一______一定会导致下一步？  （第21课）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靠知识得来的权威要求我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相信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他说的话。  （第25课）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在一个地方有权力，并不会在所有话题上都有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知道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：校长不会因为职位就更懂足球。  （第25课）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拆穿滑坡谬误的问题：为什么这一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步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一定会导致下一步？  （第21课）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一位粉丝很多的牙医在 Instagram 上说一款牙膏是“全世界最好的”。下面写着：“付费合作”。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你会像你的牙医在诊所里对你说时那样相信吗？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对专家的四个问题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对专家的四个问题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专家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专家是对某个话题懂得很多的人，因为他多年来学习或者工作过。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Sabe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su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tema, no de todos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equivocarse, como todos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Nos ahorra tener que comprobarlo todo nosotros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对专家的四个问题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四个问题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看……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他的领域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他说的是他学过的东西吗？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共识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这个话题的大多数专家怎么说？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他的利益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我相信他，他会得到什么吗？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他的证据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他解释了他是怎么知道的吗？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对专家的四个问题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共识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共识是指一个话题的几乎所有专家，在看过证据之后意见一致。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Vale más que la opinión de un experto solo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Uno puede equivocarse; casi todos a la vez, es más raro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la Tierra gira alrededor del Sol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Instagram 上的牙医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一位牙医在 Instagram 上说一款牙膏是“全世界最好的”。下面写着：“付费合作”。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她的领域？是：她是牙医，说的是牙齿。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她的利益？有人付钱让她这么说。这不是说她撒谎，但要看得更仔细。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她的证据？她没说她是怎么知道的。“全世界最好”不能这样衡量。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结论：她懂这个话题，但她有利益。最好去问一位不收钱做广告的牙医。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领域之外的天才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想象一位诺贝尔物理学奖得主在采访中说，吃生大蒜能治感冒。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他的领域？不是：他非常懂物理，不懂医学。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共识？医生们并没有说大蒜能治感冒。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他的证据？一个也没有：只有他的看法。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结论：他是了不起的专家，但不在这件事上。在这个话题上，他的话并不比任何人的更有分量。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疫苗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Omar 的儿科医生建议他接种一种疫苗。卫生部门和几乎所有的医生都这么说。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他的领域？是：他是儿童医生，说的是健康。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共识？是：几乎所有的专家说的都一样。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他的利益和证据？他推荐这个并不会多收钱，而且背后有很多研究。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结论：他通过了四个问题。在这里相信他是合理的。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反对共识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20世纪80年代：几乎所有的医生都认为胃溃疡是由压力引起的。Barry Marshall 说是由一种细菌引起的。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他反对共识……那他肯定错了吗？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几乎总是，反对共识的人是错的。但不总是。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Marshall 有证据：他和 Robin Warren 一起发现了这种细菌。他自己把它喝了下去来证明。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其他人检验了他们的证据，共识改变了。2005年他们获得了诺贝尔奖。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结论：共识是一个很好的理由，但并不是不会出错。改变共识的是证据，不是看法。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专家对他的话题懂得很多，但不是所有话题。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在相信之前，看他的领域、共识、利益和证据。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如果通过了四个问题，相信就是合理的，不过专家也可能出错。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