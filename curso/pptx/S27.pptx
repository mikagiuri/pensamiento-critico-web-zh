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第27课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诉诸权威的谬误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诉诸权威的谬误，是只因为某个著名的人或者看起来像专家的人这么说，就去相信，却不看他是否懂这个话题。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专家懂自己的领域，但也可能______，和所有人一样。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相信专家之前，我看他的______、共识、他的利益和他的______。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拆穿它的问题：我说的______是这样吗？  （第15课）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专家懂自己的领域，但也可能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犯错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，和所有人一样。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领域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、共识、他的利益和他的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拆穿它的问题：我说的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完全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是这样吗？  （第15课）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“十个牙医里有九个推荐。”你在某个广告里听到过这句话。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这些牙医是谁？你怎么才能知道？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什么是诉诸权威的谬误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诉诸权威的谬误（ad verecundiam）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只因为某个重要的或者有名的人这么说就相信，即使他不是这个话题的专家。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Recuerda: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falacia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un buen argumento y no lo 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Fiarse de un experto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verdad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su campo, no es falacia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fallo es fiarse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不看笔记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cuatro preguntas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诉诸权威谬误的三个花招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 famoso: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deportista o un influencer que opina de salud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 bata blanca: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alguien vestido de médico o de científico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«Los expertos dicen»: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expertos sin nombre y sin pruebas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错误地相信和正确地相信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un futbolista, así que es sano»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actor con bata lo recomienda»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«Los expertos dicen…» (¿quiénes?)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好的理由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mi médica, que me ha examinado»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dicen casi todos los expertos del tema»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«El estudio explica cómo lo midió»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游戏主播和维生素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关注了一位有两百万粉丝的游戏主播。这位主播说某种维生素软糖“让你更聪明”。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谁说的？一个游戏主播：他懂电子游戏，不懂营养。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他有利益吗？他可能收了钱做广告：要看一看。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他给出证据了吗？没有：只有他的话。而他的粉丝不是证据。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结论：诉诸权威的谬误，用的是名人的花招。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白大褂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洗发水广告：一位穿白大褂的女士在实验室里说，这款洗发水“从里面修复头发”。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她是谁？没有说：可能是一位演员。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白大褂和实验室都是布景：让它看起来像科学。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有证据吗？没有：“从里面”什么也没解释。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结论：诉诸权威的谬误，用的是白大褂的花招。衣服不是理由。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“专家说”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一个抖音视频：“专家说，睡觉时把手机放在旁边会头痛。”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哪些专家？没有说名字，也没有说在哪里工作。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有什么证据？一点也没有。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肯定是假的吗？不是：可能是真的，也可能不是。但这样我没法知道。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结论：只因为“专家说”就相信，是盲目相信。我要去查他们是谁，他们是怎么知道的。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一件真正的白大褂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一段卫生部门的视频：一位穿白大褂的医生讲解怎样把手洗干净。Omar：“白大褂的花招。是谬误。”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有白大褂……是诉诸权威的谬误吗？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白大褂确实是花招之一。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但在这里它不是布景：她是真正的医生，说的是她的领域。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她说的和几乎所有医生说的一样，而且她什么也不卖。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结论：这不是谬误。白大褂不是理由，但也不会让理由消失：看他是谁，他懂什么。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诉诸权威的谬误是只因为一个不懂这个话题的重要人物这么说，就去相信。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它的花招：名人、白大褂和“专家说”。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相信一个真正的专家，在他的领域里并且有证据，不是谬误。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