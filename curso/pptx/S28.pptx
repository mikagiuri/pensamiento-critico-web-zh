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第28课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大家都这么做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诉诸大众的谬误（ad populum），是只因为很多人相信或者这么做，就认为某件事是真的或者是对的。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如果有人对我说“专家说”，我会问：他们是______，又是怎么知道的？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诉诸权威的三个把戏：______、白大褂和“专家说”。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循环论证只是在______，不往前走。  （第23课）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如果有人对我说“专家说”，我会问：他们是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哪些人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，又是怎么知道的？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诉诸权威的三个把戏：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名人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、白大褂和“专家说”。  （第27课）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循环论证只是在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绕圈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，不往前走。  （第23课）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一个视频有一千万个“赞”。一家餐厅门口排的队绕过了街角。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这能告诉你视频是真的吗？能告诉你这家餐厅的东西好吃吗？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多数和社会认同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多数和社会认同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诉诸多数（ad populum）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只因为很多人相信或者这么做，就说某件事是真的或者是对的。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«Todo el mundo lo hace», «millones no pueden equivocarse»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muchos lo crean no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la mayoría también falla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Antes, casi todos creían que el Sol giraba alrededor de la Tierra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多数和社会认同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社会认同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是在我们不知道该怎么办的时候，照着别人做的去做。这是大脑的一条捷径。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hay cola, pensamos que algo es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tiene muchos «me gusta», nos parece verdad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ayuda; a veces nos engaña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多数和社会认同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别人做的事什么时候算数？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这不是一个好理由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solo cuenta «me gusta» o visitas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todos copian 不看笔记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decidir si algo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muchos pueden hacer algo mal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可以是一条线索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muchos lo han probado y lo cuentan con detalle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cada uno lo ha comprobado por su cuenta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Cuando la mayoría son expertos que miraron pruebas (el consenso, 第26课)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“赞”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一个有一千万个“赞”的视频说，如果你八点以后吃晚饭，就会胖一倍。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给我的是什么理由？很多人喜欢它。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“赞”是证据吗？不是：它衡量的是某件事受不受欢迎，不是它是不是真的。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缺了什么？是谁说的，他是怎么知道的。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结论：诉诸大众。一千万个“赞”不会让一件事变成真的。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运动鞋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想要一双150欧元的运动鞋：“全班都穿。”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他们要我相信什么？她必须买。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给了什么理由？很多人都穿：这是社会认同。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有关系吗？想和别人一样是可以理解的，但这并不说明这鞋更好，也不说明她需要它。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结论：理由很弱。更好的问题是：我需要吗？我自己喜欢吗？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多数确实是线索的时候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在 Aste Nagusia 找地方吃饭。一家酒吧有2000条评价，几乎都说东西好吃（编造的例子）。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这是诉诸大众吗？不完全是：这些人真的在那里吃过。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他们评价的是他们了解的东西，而且常常讲了细节。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即便如此，也可能有假的或者付费的评价。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结论：这是一条合理的线索，不是可靠的证据。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在伦敦开车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到了伦敦，问她表姐车是走哪一边的。表姐说：“走左边：这里大家都这样。”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“因为大家都这么做”……是诉诸大众吗？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它有这样的形式：“就是这样，因为大家都这么做”。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 Leire 问的不是世界上什么是真的，也不是什么是对的。她问的是习惯是什么。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在习惯和规则上（开车、打招呼、说话），大家都怎么做，正是你需要知道的。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结论：这不是谬误。大家的做法说明的是习惯是什么，不是什么是真的，也不是什么是对的。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诉诸大众是只因为很多人这么做，就认为某件事是真的或者是对的。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社会认同是在我们不知道该怎么办的时候照抄别人的捷径。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很多人这么做可以是一条线索，但不是证据。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