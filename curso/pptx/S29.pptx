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第29课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服从与跟随群体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Asch 和 Milgram 的实验表明，群体和权威可以让我们做出和自己想法相反的事。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很多人这样做，可能是一个______，但不是可靠的证据。  （第28课）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______证明就是，在我们不知道该怎么做的时候，照着别人做。  （第28课）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英语里，红鲱鱼叫作 red ______。  （第17课）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很多人这样做，可能是一个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线索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，但不是可靠的证据。  （第28课）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社会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证明就是，在我们不知道该怎么做的时候，照着别人做。  （第28课）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英语里，红鲱鱼叫作 red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herring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七个人大声说出一个答案，而你清楚地看到它是错的。现在轮到你了。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你会说出你看到的，还是和他们一样？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Asch：跟随群体（1951年）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ASCH：跟随群体（1951年）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从众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从众是为了和群体一致而改变我们说的或者做的。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心理学家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Solomon Asch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在美国研究了它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即使群体是错的，也会发生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记住第28课：社会认同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ASCH：跟随群体（1951年）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这就是 Asch 的实验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一群人看着一条线，一个接一个大声说出另外三条（A、B 或 C）中哪一条和它一样长。这非常容易。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花招：除了一个人以外，所有人都是事先说好的演员。真正的参与者几乎是倒数第二个回答。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在有些轮次里，演员们故意给出同一个错误答案。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在这些轮次里，三个答案里有2个是对的。但三个里有1个跟着群体走了。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结论：大约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四个人里有3个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至少有一次让步；四个人里有1个，从来没有。有一个同伴的时候，几乎所有人都能坚持。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Milgram：服从权威（1961—1962年）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MILGRAM：服从权威（1961—1962年）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服从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服从是照权威的命令去做，即使我们不同意。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服从公平的规则对共同生活是必要的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问题是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不假思索地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服从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记住第25课：凭权力的权威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MILGRAM：服从权威（1961—1962年）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这就是 Milgram 的实验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Stanley Milgram 是美国耶鲁大学的心理学家，他对一些志愿者说，他在研究惩罚对记忆有什么影响。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志愿者是“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老师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”。“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学生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”被绑在另一个房间的椅子上，是一个演员。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每答错一次，老师就电击一次，电击一次比一次强。电击是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假的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，但他不知道。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演员抗议，敲墙，最后不再回答。如果老师犹豫，科学家就说：“请继续。”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结论：在最有名的版本里，有</a:t>
            </a:r>
            <a:r>
              <a:rPr sz="2400" b="1">
                <a:solidFill>
                  <a:srgbClr val="1F2A44"/>
                </a:solidFill>
                <a:latin typeface="Nunito Sans"/>
              </a:rPr>
              <a:t>65%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的人一直电击到最强的一档，450伏。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MILGRAM：服从权威（1961—1962年）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 Milgram 实验的批评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志愿者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很痛苦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：他们出汗，发抖，有些人还会紧张地大笑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他们被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欺骗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了：不知道这到底是怎么回事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很难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停下来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：科学家一再坚持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今天，这样的实验，完整地做，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是不被允许的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MILGRAM：服从权威（1961—1962年）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仍然有争论的地方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Milgram 做了很多版本：有的几乎没有人服从，有的几乎所有人都服从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有些志愿者怀疑电击是不是真的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当科学家说“你没有别的选择”时，很多人拒绝了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也许很多人并不是盲目服从：他们认为自己是在帮助科学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我们学到什么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我们学到什么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和 Milgram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研究什么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从众：跟随群体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服从：跟随权威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谁在施压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一群同伴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一个穿白大褂的科学家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发生了什么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四个人里有3个至少让步一次；四个人里有1个从来没有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在最有名的版本里，65%的人一直做到最后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什么帮助人坚持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有一个同伴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看到别人拒绝；权威离得远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我们学到什么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消防演习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演习的警报响了。老师说：“排成队，走B楼梯。”所有人排队出去。Maialen 也是，没有争论。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他服从，并且和群体做一样的事……像 Asch 和 Milgram 那样吗？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是的：她服从了一个权威，并且和其他人做了一样的事。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但这个命令是合理的：老师知道疏散方案，而且他并没有要求伤害任何人。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在紧急情况下，对每个命令都争论是危险的。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结论：服从或者跟随群体本身并不坏。坏的是在被要求做错事的时候也这样做。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Asch：很多人至少有一次向群体让步，虽然大多数答案是对的。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Milgram：很多人一直服从到最后，但具体有多少，很大程度上取决于情境。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只要一个同伴就能帮助人坚持，而你可以成为那个同伴。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