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第30课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第5单元复习和测验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我们复习凭权力的权威和凭知识的权威、什么时候可以相信专家、诉诸权威和诉诸大众的谬误，以及 Asch 和 Milgram。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在阿希实验中，大约每______个人里有3个至少跟随过一次群体。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在最著名的米尔格拉姆实验版本中，有______%的人一直电击到最强的一档。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靠______得来的权威可以发号施令；靠______得来的权威是对某个话题懂得很多。  （第25课）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在阿希实验中，大约每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4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个人里有3个至少跟随过一次群体。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在最著名的米尔格拉姆实验版本中，有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65</a:t>
            </a:r>
            <a:r>
              <a:rPr sz="2600" b="0">
                <a:solidFill>
                  <a:srgbClr val="1F2A44"/>
                </a:solidFill>
                <a:latin typeface="Nunito Sans"/>
              </a:rPr>
              <a:t>%的人一直电击到最强的一档。  （第29课）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权力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得来的权威可以发号施令；靠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知识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得来的权威是对某个话题懂得很多。  （第25课）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关于我们听谁的话以及为什么，一共五节课。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这个单元里哪个观点最让你吃惊？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两种权威（第25课）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凭权力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凭知识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他有什么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一个职位：可以下命令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对某个话题的知识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他要我做什么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要我服从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要我相信他说的话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裁判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修理工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对专家的四个问题（第26课）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看……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他的领域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他说的是他学过的东西吗？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共识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这个话题的大多数专家怎么说？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他的利益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我相信他，他会得到什么吗？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他的证据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他解释了他是怎么知道的吗？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两种谬误（第27和28课）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诉诸权威（ad verecundiam）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“一个重要的人这么说”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名人、白大褂、“专家说”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诉诸大众（ad populum）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“大家都这么做”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“赞”、排队、潮流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和 Milgram（第29课）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研究什么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从众：跟随群体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服从：跟随权威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发生了什么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四个人里有3个至少让步一次；四个人里有1个从来没有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在最有名的版本里，65%的人一直做到最后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什么帮助人坚持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有一个同伴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看到别人拒绝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这个单元的核心观点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听别人的话并不坏。坏的是不看理由就听。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他懂这个话题并且有证据吗？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有多少人这么说，他们为什么这么说？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我服从是因为他有道理，还是因为害怕？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一个把所有内容混在一起的案例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医生的广告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编造的广告：“在抖音上很有名的医生 Ramos 推荐 ZenSleep 帮助睡眠。已经有一百万人在用了！”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抖音上有名的“医生”：什么方面的医生？他收钱了吗？只因为这个就相信，是诉诸权威的谬误。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“一百万人”：把它当作证据，是诉诸大众。买它不等于检验过它。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需要什么？要知道不收钱的睡眠科医生怎么说，以及有哪些研究。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结论：两种谬误在一起。在看到证据之前，我不相信。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双重谬误？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Omar：“卫生部门和几乎所有医生都说吸烟致癌，而且大家都在重复这句话。是诉诸权威和诉诸大众的谬误！”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有专家，也有“大家”……Omar 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这看起来像那两个花招：“专家说”和“大家都这么说”。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但他们是自己领域的专家，几乎全都意见一致，而且有大量研究：这是共识。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而且这里的“大家”重复的是被检验过的事，不是一阵潮流。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结论：这不是谬误。相信共识是合理的；错误在于不看为什么就相信。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凭权力的权威下命令；凭知识的权威给理由。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诉诸权威和诉诸大众的谬误，用别人代替了证据。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 和 Milgram 表明，群体和权威会推着我们走，但很多人能够坚持。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