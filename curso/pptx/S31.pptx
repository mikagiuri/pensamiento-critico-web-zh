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第31课 · 第6单元 · 信息与来源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什么是可靠的来源？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没有哪个来源在所有事上都可靠：我们要看是谁说的，他是怎么知道的，他能得到什么，以及他以前说得准不准。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相信专家之前，我看他的领域、______、他的利益和他的证据。  （第30课）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在第5单元的实验中，阿希研究的是______；米尔格拉姆研究的是服从。  （第30课）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拆穿以偏概全的问题：你看了多少个______？  （第19课）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相信专家之前，我看他的领域、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共识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、他的利益和他的证据。  （第30课）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在第5单元的实验中，阿希研究的是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从众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；米尔格拉姆研究的是服从。  （第30课）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拆穿以偏概全的问题：你看了多少个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案例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  （第19课）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三条消息说明天地铁停运：一条来自朋友，一条来自一个没有名字的账号，一条来自地铁的官方网站。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你更相信哪一条？为什么？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什么是来源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来源是信息出自的地方：一个人、一家媒体、一个网站、一本书。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 original: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quien lo vio, lo midió o lo decidió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segunda mano: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quien lo cuenta después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Cuanto más lejos del original, más fácil que cambie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对一个来源的三个问题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我看什么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是谁说的？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他有名字吗？他懂这个话题吗？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他是怎么知道的？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他是亲眼看到的、测量的，还是抄来的？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他能得到什么？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钱、浏览量、选票、名气？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一个来源的信号（线索，不是证据）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警示信号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Sin autor ni fecha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dice de dónde saca los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Quiere que compres, votes o compartas ya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有利的信号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Autor con nombre y oficio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Enlaza a sus fuentes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 acertado otras veces en ese tema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Corrige sus errores en público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地铁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三条消息说明天地铁停运：一条来自朋友，一条来自一个没有名字的账号，一条来自地铁的官方网站。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朋友：是二手来源。他是在哪里读到的？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没有名字的账号：我不知道它是谁，也不知道它是怎么知道的。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官方网站：是原始来源，因为地铁自己决定要不要停运。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结论：我相信官方网站。如果它什么也没说，我先等一等，再决定信不信。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热浪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Leire 在查关于热浪的信息。她找到了一个没有作者的博客，和一家报纸的新闻，里面有国家气象局的数据。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是谁说的？博客，我不知道。报纸有名字，也有记者。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他是怎么知道的？报纸引用了气象局，而气象局负责测量气温。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更好的是：我可以去气象局的网站，那是原始来源。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结论：就这个数据来说，报纸比博客是更好的来源，而气象局比两者都好。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品牌的网站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一个网站说某种能量饮料“能提高成绩”。这个网站是卖这种饮料的品牌办的。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是谁说的？品牌自己。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它是怎么知道的？没有引用任何研究。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它能得到什么？多卖东西：它有明显的利益。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结论：就这个话题来说，它不是可靠的来源。我去查不卖这种饮料的医生或者营养师怎么说。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犯了错的报纸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一家严肃的报纸刊登说，一名毕尔巴鄂竞技的球员转会去了另一支球队。第二天它写道：“我们错了：这不是真的。”（编造的例子。）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它出错了。那它就不再是可靠的来源了吗？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所有媒体都会有出错的时候，最好的也一样。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这家报纸很快就公开更正了：这是有利的信号。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一个从来不纠正任何东西的账号并不更好：它只是把错误藏起来了。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结论：可靠不等于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不会出错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（从来不错）。可靠是指通常说得准，出错时会更正。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来源是信息出自的地方；原始来源通常更有价值。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永远要问：是谁说的？他是怎么知道的？他能得到什么？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可靠不等于不会出错：是指通常说得准，并且会纠正自己的错误。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