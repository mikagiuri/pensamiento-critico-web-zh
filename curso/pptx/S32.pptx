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52000" y="380000"/>
            <a:ext cx="9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980"/>
              </a:spcAft>
            </a:pPr>
            <a:r>
              <a:rPr sz="4400" b="0">
                <a:solidFill>
                  <a:srgbClr val="1F2A44"/>
                </a:solidFill>
                <a:latin typeface="Nunito Sans"/>
              </a:rPr>
              <a:t>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批判性思维 · 第32课 · 第6单元 · 信息与来源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标题与标题党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标题党的标题承诺的比新闻内容更多，目的是让你点击；所以要把整条新闻读完。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在你的练习单上写出缺少的词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来源的一个有利信号：______自己的出处，并且更正自己的错误。  （第31课）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______是信息的出处。  （第31课）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白______让人看起来有科学感，但衣服不是理由。  （第27课）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用另一种颜色订正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来源的一个有利信号：</a:t>
            </a:r>
            <a:r>
              <a:rPr sz="2600" b="1">
                <a:solidFill>
                  <a:srgbClr val="1F2A44"/>
                </a:solidFill>
                <a:latin typeface="Nunito Sans"/>
              </a:rPr>
              <a:t>链接到</a:t>
            </a:r>
            <a:r>
              <a:rPr sz="2600" b="0">
                <a:solidFill>
                  <a:srgbClr val="1F2A44"/>
                </a:solidFill>
                <a:latin typeface="Nunito Sans"/>
              </a:rPr>
              <a:t>自己的出处，并且更正自己的错误。  （第31课）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来源</a:t>
            </a:r>
            <a:r>
              <a:rPr sz="2600" b="0">
                <a:solidFill>
                  <a:srgbClr val="1F2A44"/>
                </a:solidFill>
                <a:latin typeface="Nunito Sans"/>
              </a:rPr>
              <a:t>是信息的出处。  （第31课）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白</a:t>
            </a:r>
            <a:r>
              <a:rPr sz="2600" b="1">
                <a:solidFill>
                  <a:srgbClr val="1F2A44"/>
                </a:solidFill>
                <a:latin typeface="Nunito Sans"/>
              </a:rPr>
              <a:t>大褂</a:t>
            </a:r>
            <a:r>
              <a:rPr sz="2600" b="0">
                <a:solidFill>
                  <a:srgbClr val="1F2A44"/>
                </a:solidFill>
                <a:latin typeface="Nunito Sans"/>
              </a:rPr>
              <a:t>让人看起来有科学感，但衣服不是理由。  （第27课）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“你不会相信他们在毕尔巴鄂的一所学校里发现了什么。结局会让你说不出话来。”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读了这句话之后，你真正知道了什么？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第1部分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标题与标题党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标题与标题党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标题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标题是概括一条新闻的那句大字。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它应该概括新闻里</a:t>
            </a:r>
            <a:r>
              <a:rPr sz="2800" b="1">
                <a:solidFill>
                  <a:srgbClr val="1F2A44"/>
                </a:solidFill>
                <a:latin typeface="Nunito Sans"/>
              </a:rPr>
              <a:t>重要</a:t>
            </a:r>
            <a:r>
              <a:rPr sz="2800" b="0">
                <a:solidFill>
                  <a:srgbClr val="1F2A44"/>
                </a:solidFill>
                <a:latin typeface="Nunito Sans"/>
              </a:rPr>
              <a:t>的内容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很多人只读标题，不读整条新闻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所以一个标题可以不完全说谎也能骗人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标题与标题党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标题党（clickbait，“点击诱饵”）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一种夸大或者隐藏信息来让你点击的标题。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很多网站每有一次点击和一则广告就赚钱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承诺很多；新闻讲得很少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利用好奇、恐惧或者愤怒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标题与标题党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怎样认出标题党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1F2A44"/>
                </a:solidFill>
                <a:latin typeface="Nunito Sans"/>
              </a:rPr>
              <a:t>这些是线索，不是证据：关键是新闻有没有兑现它的承诺。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隐藏关键信息：</a:t>
            </a:r>
            <a:r>
              <a:rPr sz="2800" b="0">
                <a:solidFill>
                  <a:srgbClr val="1F2A44"/>
                </a:solidFill>
                <a:latin typeface="Nunito Sans"/>
              </a:rPr>
              <a:t>“你不会相信发生了什么”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夸大：</a:t>
            </a:r>
            <a:r>
              <a:rPr sz="2800" b="0">
                <a:solidFill>
                  <a:srgbClr val="1F2A44"/>
                </a:solidFill>
                <a:latin typeface="Nunito Sans"/>
              </a:rPr>
              <a:t>“难以置信”“太猛了”“震惊”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大写字母</a:t>
            </a:r>
            <a:r>
              <a:rPr sz="2800" b="0">
                <a:solidFill>
                  <a:srgbClr val="1F2A44"/>
                </a:solidFill>
                <a:latin typeface="Nunito Sans"/>
              </a:rPr>
              <a:t>和很多感叹号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承诺一个秘密：</a:t>
            </a:r>
            <a:r>
              <a:rPr sz="2800" b="0">
                <a:solidFill>
                  <a:srgbClr val="1F2A44"/>
                </a:solidFill>
                <a:latin typeface="Nunito Sans"/>
              </a:rPr>
              <a:t>“没有人告诉你的事”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提出一个问题</a:t>
            </a:r>
            <a:r>
              <a:rPr sz="2800" b="0">
                <a:solidFill>
                  <a:srgbClr val="1F2A44"/>
                </a:solidFill>
                <a:latin typeface="Nunito Sans"/>
              </a:rPr>
              <a:t>，而新闻的回答是“不”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第2部分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已解决的案例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 1 · 巧克力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标题：“一项研究证明，吃巧克力能减肥。”新闻内容：16个人，两周，而且是一家巧克力公司出的钱（编造的例子）。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标题承诺了什么？已经“证明”了，而且你会变瘦。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新闻里说了什么？人很少，时间很短，而且是有利益的人出钱做的研究。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标题和新闻之间的差距非常大。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结论：误导性的标题。数据这么少，这条新闻什么也证明不了。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 2 · 问题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标题：“下个月所有学校都要禁止手机吗？”新闻内容：一位政客提出了这个建议，没有人通过它。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标题提出一个让人害怕或者好奇的问题。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新闻的回答，说到底是“不”：这只是一个建议。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只读标题的人可能以为已经决定了。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结论：带问题的标题党。真正的答案是“不，目前还没有”。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 3 · 一个诚实的标题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标题：“考试期间，毕尔巴鄂的图书馆将开放到晚上十点。”新闻给出了日期和时间（编造的例子）。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它隐藏了什么吗？没有：关键信息就在标题里。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它夸大了吗？没有：没有“难以置信”这样的词。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它和新闻一致吗？是的：新闻用细节补充了它。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结论：并不是所有标题都是标题党。这个标题很好地概括了新闻。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逆转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标题：“难以置信的逆转：毕尔巴鄂竞技在第80分钟0比2落后的情况下，以3比2获胜。”（编造的例子。）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它说了“难以置信”。这是标题党吗？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它有清单里的一个词：“难以置信”。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但它隐藏了关键信息吗？没有：它给出了比分和经过。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它夸大了吗？十分钟里追回两个球确实很少见。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结论：一个吸引人的词还不够。标题党是承诺的比新闻给的更多。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先自己写，不看笔记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两分钟。然后我们一起对照。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标题概括新闻，但很多人只读标题。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标题党夸大或者隐藏信息，让你去点击。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一个吸引人的标题不一定是标题党：把它的承诺和整条新闻比一比。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分钟 · 独立完成 · 保持安静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台阶1 · 人人都做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分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台阶2 · 复习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分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台阶3 · 挑战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第一遍：不看笔记，用圆珠笔写。第二遍：看笔记，换一种颜色。每个答案都标出“确定”或“不确定”。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