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第32课 · 第6单元 · 信息与来源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标题与标题党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标题党的标题承诺的比新闻内容更多，目的是让你点击；所以要把整条新闻读完。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来源的一个有利信号：______自己的出处，并且更正自己的错误。  （第31课）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______是信息的出处。  （第31课）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白______让人看起来有科学感，但衣服不是理由。  （第27课）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来源的一个有利信号：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链接到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自己的出处，并且更正自己的错误。  （第31课）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来源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是信息的出处。  （第31课）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白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大褂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让人看起来有科学感，但衣服不是理由。  （第27课）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“你不会相信他们在毕尔巴鄂的一所学校里发现了什么。结局会让你说不出话来。”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读了这句话之后，你真正知道了什么？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标题与标题党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标题与标题党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标题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标题是概括一条新闻的那句大字。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Debe resumir lo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importante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la noticia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Mucha gente solo lee el titular, no la noticia entera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eso un titular puede engañar sin mentir del todo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标题与标题党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标题党（clickbait，“点击诱饵”）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一种夸大或者隐藏信息来让你点击的标题。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Muchas webs ganan dinero con cada clic y cada anuncio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Promete mucho; la noticia cuenta poco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Busca curiosidad, miedo o enfado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标题与标题党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怎样认出标题党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这些是线索，不是证据：关键是新闻有没有兑现它的承诺。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Esconde el dato: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«No creerás lo que pasó»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Exagera: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«increíble», «brutal», «impactante»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MAYÚSCULAS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muchos signos de exclamación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Promete un secreto: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«lo que nadie te cuenta»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Hace una pregunta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que la noticia contesta con un «no»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巧克力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标题：“一项研究证明，吃巧克力能减肥。”新闻内容：16个人，两周，而且是一家巧克力公司出的钱（编造的例子）。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标题承诺了什么？已经“证明”了，而且你会变瘦。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新闻里说了什么？人很少，时间很短，而且是有利益的人出钱做的研究。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标题和新闻之间的差距非常大。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结论：误导性的标题。数据这么少，这条新闻什么也证明不了。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标题：“下个月所有学校都要禁止手机吗？”新闻内容：一位政客提出了这个建议，没有人通过它。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标题提出一个让人害怕或者好奇的问题。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新闻的回答，说到底是“不”：这只是一个建议。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只读标题的人可能以为已经决定了。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结论：带问题的标题党。真正的答案是“不，目前还没有”。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一个诚实的标题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标题：“考试期间，毕尔巴鄂的图书馆将开放到晚上十点。”新闻给出了日期和时间（编造的例子）。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它隐藏了什么吗？没有：关键信息就在标题里。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它夸大了吗？没有：没有“难以置信”这样的词。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它和新闻一致吗？是的：新闻用细节补充了它。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结论：并不是所有标题都是标题党。这个标题很好地概括了新闻。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逆转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标题：“难以置信的逆转：毕尔巴鄂竞技在第80分钟0比2落后的情况下，以3比2获胜。”（编造的例子。）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它说了“难以置信”。这是标题党吗？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它有清单里的一个词：“难以置信”。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但它隐藏了关键信息吗？没有：它给出了比分和经过。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它夸大了吗？十分钟里追回两个球确实很少见。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结论：一个吸引人的词还不够。标题党是承诺的比新闻给的更多。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标题概括新闻，但很多人只读标题。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标题党夸大或者隐藏信息，让你去点击。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一个吸引人的标题不一定是标题党：把它的承诺和整条新闻比一比。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