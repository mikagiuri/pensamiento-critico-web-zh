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第33课 · 第6单元 · 信息与来源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谣言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谣言是冒充新闻的谎话；有人为了骗人而编造它，而我们因为受到触动就转发它。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在相信或转发一个标题之前，请把新闻______读完。  （第32课）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标题党夸大或______信息，好让你点击。  （第32课）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滑坡谬误从小事开始，最后落在______的事上。  （第21课）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在相信或转发一个标题之前，请把新闻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整篇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读完。  （第32课）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标题党夸大或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隐藏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信息，好让你点击。  （第32课）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滑坡谬误从小事开始，最后落在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可怕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的事上。  （第21课）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“紧急！明天整个毕尔巴鄂要停水三天。转发给你所有的群。”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这条消息让你对什么产生怀疑？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谣言是怎么编出来的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谣言是怎么编出来的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谣言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谣言是冒充真新闻来骗人的谎话。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这不是错误：是有人故意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编造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目的是钱、名气、伤害别人或者取笑别人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通过微信、抖音和别的社交网络传播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谣言是怎么编出来的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谣言的成分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紧迫感：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“最新消息！”“马上转发！”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强烈的情绪：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害怕、愤怒或者难过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含糊的来源：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“我一个当警察的朋友”“一位医生说的”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没有确切的日期和地点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吸引人的图片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，有时来自别的地方或别的时间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为什么会被转发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为什么会被转发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我们为什么转发谣言？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谣言不会自己移动：是我们人在传它们。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它们让我们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激动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，我们想提醒别人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是一个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值得信任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的人发来的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它符合我们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原来就想的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转发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非常容易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：只要点一下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在推特上，假新闻被转发得更多、更快（MIT，2018年）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为什么会被转发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后真相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当情绪和我们已有的信念比事实更有分量时，我们就说是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后真相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如果一个谣言让我们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激动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，或者说我们是对的，它就能成功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一条消息让我们喜欢，不会让它变成真的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想一想：如果我在不知情的情况下转发了谣言，我有没有一点责任？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为什么会被转发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停水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“紧急！明天整个毕尔巴鄂要停水三天。转发给你所有的群。”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成分：紧迫感（“紧急！”）和要求转发。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是谁说的？没有人：没有来源。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我去哪里核实？去市政府或者自来水公司的网站。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结论：它看起来像谣言。在核实之前，我不转发。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为什么会被转发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“警察朋友”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微信语音：“我姐夫是警察，他说比斯开省的商场里有人在拐骗男孩。”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含糊的来源：一个没有名字的姐夫。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强烈的情绪：害怕，非常害怕。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警察或者严肃的媒体说了吗？没有。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结论：它有谣言的所有信号。我不转发；如果我担心，就告诉一个大人。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为什么会被转发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洪水的照片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一张真实的被淹街道的照片，配的文字是“毕尔巴鄂，昨天”。照片是另一个国家、五年前的。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照片是假的吗？不是：洪水真的发生过。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什么是假的？地点和日期。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这是最容易编造的谣言：不需要编造图片。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结论：真照片配上假背景，也是谣言。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为什么会被转发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紧急情况通知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消息：“暴雨红色预警！不要去车库，也不要开车。转给你的家人。”落款是官方的应急部门。（编造的例子。）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紧迫感、恐惧和“转出去”：它是谣言吗？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它有谣言的成分：紧迫感、恐惧和要求转发。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但我去看来源：官方应急网站和严肃的媒体上都有。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真正的通知也很紧急：有时真的很赶时间。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结论：这些成分是让人起疑的信号，不是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证据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。起决定作用的是核实来源。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谣言是冒充新闻的编造的谎话。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它的信号：紧迫感、强烈的情绪、含糊的来源和没有日期；这些是线索，不是证据。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我们转发它是因为受到触动：转发之前，先停一下，核实一下。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