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第33课 · 第6单元 · 信息与来源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谣言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谣言是冒充新闻的谎话；有人为了骗人而编造它，而我们因为受到触动就转发它。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在相信或转发一个标题之前，请把新闻______读完。  （第32课）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标题党夸大或______信息，好让你点击。  （第32课）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滑坡谬误从小事开始，最后落在______的事上。  （第21课）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在相信或转发一个标题之前，请把新闻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整篇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读完。  （第32课）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标题党夸大或</a:t>
            </a:r>
            <a:r>
              <a:rPr sz="2600" b="1">
                <a:solidFill>
                  <a:srgbClr val="1F2A44"/>
                </a:solidFill>
                <a:latin typeface="Nunito Sans"/>
              </a:rPr>
              <a:t>隐藏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信息，好让你点击。  （第32课）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滑坡谬误从小事开始，最后落在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可怕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的事上。  （第21课）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“紧急！明天整个毕尔巴鄂要停水三天。转发给你所有的群。”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这条消息让你对什么产生怀疑？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谣言是怎么编出来的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谣言是怎么编出来的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谣言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谣言是冒充真新闻来骗人的谎话。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No es un error: alguien lo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inventa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a propósito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Busca dinero, fama, hacer daño o reírse de otros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Se extiende por WhatsApp, TikTok y otras redes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谣言是怎么编出来的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谣言的成分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Urgencia: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«¡Última hora!», «¡Compártelo ya!»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Emoción fuerte: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miedo, enfado o pena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Fuente vaga: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«un amigo policía», «lo dice un médico»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Sin fecha ni lugar exacto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Imagen llamativa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, a veces de otro sitio o de otro momento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为什么会被转发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为什么会被转发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我们为什么转发谣言？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谣言不会自己移动：是我们人在传它们。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Nos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emocionan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y queremos avisar a los demás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Lo manda alguien de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confianza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Encaja con lo que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ya pensábamos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Compartir es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muy fácil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un solo clic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En Twitter, las noticias falsas se compartían más y más rápido (MIT, 2018)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为什么会被转发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后真相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当情绪和我们已有的信念比事实更有分量时，我们就说是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后真相</a:t>
            </a:r>
            <a:r>
              <a:rPr sz="2800" b="1">
                <a:solidFill>
                  <a:srgbClr val="1F2A44"/>
                </a:solidFill>
                <a:latin typeface="Nunito Sans"/>
              </a:rPr>
              <a:t>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Un bulo triunfa si nos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emociona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o nos da la razón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Que un mensaje nos guste no lo hace verdadero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Para pensar: si comparto un bulo sin saberlo, ¿tengo alguna responsabilidad?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为什么会被转发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1 · 停水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“紧急！明天整个毕尔巴鄂要停水三天。转发给你所有的群。”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成分：紧迫感（“紧急！”）和要求转发。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是谁说的？没有人：没有来源。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我去哪里核实？去市政府或者自来水公司的网站。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结论：它看起来像谣言。在核实之前，我不转发。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为什么会被转发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2 · “警察朋友”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微信语音：“我姐夫是警察，他说比斯开省的商场里有人在拐骗男孩。”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含糊的来源：一个没有名字的姐夫。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强烈的情绪：害怕，非常害怕。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警察或者严肃的媒体说了吗？没有。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结论：它有谣言的所有信号。我不转发；如果我担心，就告诉一个大人。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为什么会被转发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3 · 洪水的照片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一张真实的被淹街道的照片，配的文字是“毕尔巴鄂，昨天”。照片是另一个国家、五年前的。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照片是假的吗？不是：洪水真的发生过。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什么是假的？地点和日期。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这是最容易编造的谣言：不需要编造图片。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结论：真照片配上假背景，也是谣言。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为什么会被转发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紧急情况通知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消息：“暴雨红色预警！不要去车库，也不要开车。转给你的家人。”落款是官方的应急部门。（编造的例子。）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紧迫感、恐惧和“转出去”：它是谣言吗？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它有谣言的成分：紧迫感、恐惧和要求转发。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但我去看来源：官方应急网站和严肃的媒体上都有。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真正的通知也很紧急：有时真的很赶时间。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结论：这些成分是让人起疑的信号，不是</a:t>
            </a:r>
            <a:r>
              <a:rPr sz="2400" b="1">
                <a:solidFill>
                  <a:srgbClr val="1F2A44"/>
                </a:solidFill>
                <a:latin typeface="Nunito Sans"/>
              </a:rPr>
              <a:t>证据</a:t>
            </a:r>
            <a:r>
              <a:rPr sz="2400" b="0">
                <a:solidFill>
                  <a:srgbClr val="1F2A44"/>
                </a:solidFill>
                <a:latin typeface="Nunito Sans"/>
              </a:rPr>
              <a:t>。起决定作用的是核实来源。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谣言是冒充新闻的编造的谎话。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它的信号：紧迫感、强烈的情绪、含糊的来源和没有日期；这些是线索，不是证据。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我们转发它是因为受到触动：转发之前，先停一下，核实一下。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