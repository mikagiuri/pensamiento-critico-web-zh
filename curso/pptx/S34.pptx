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第34课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要核实，就离开这个页面，看看别人怎么说（横向阅读），看日期，并查找图片的来源。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谣言的成分是让人怀疑的信号，不是______。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谣言的成分：______、强烈的情绪和含糊的来源。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今天，像米尔格拉姆那样的实验是不会被______的。  （第29课）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谣言的成分是让人怀疑的信号，不是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紧迫感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、强烈的情绪和含糊的来源。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允许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（第29课）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一个很专业的网站，有漂亮的标志和很多图表，说学校的无线网络会伤害大脑。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你怎样才能不把它读完，就知道这个网站可不可信？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核实的三个步骤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核实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核实是在相信或者转发一条信息之前，检查它是不是真的。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不需要是专家：有简单的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步骤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第1步：横向阅读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第2步：日期。第3步：图片的来源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横向阅读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离开页面，到其他页面上找他们怎么说这个网站和它讲的内容。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打开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其他标签页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：搜索这个网站或者作者的名字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严肃的媒体或者核查机构怎么说它？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其他严肃的来源也说同样的事吗？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专业的核查人员就是这样工作的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纵向阅读还是横向阅读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纵向（我留在里面）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我因为设计好看就相信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我读这个网站自己的“关于我们”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我只看页面想让我看的东西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横向（我走到外面）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我查别人怎么说这个网站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我核对其他来源是不是说同样的事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两分钟，我就知道得多得多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日期和图片的来源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日期：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一条旧新闻今天被转发，看起来像新的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看它是什么时候发布的，不是你什么时候收到的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图片：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做一次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反向搜索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（例如用 Google Lens）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它可以告诉你这张照片以前出现在哪里（不一定总能找到）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无线网络的网站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这个专业的网站说学校的无线网络会伤害大脑。想象一下，你在另一个标签页里搜索它的名字。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横向阅读：你发现这个网站在卖“防电磁波”的设备。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卫生机构怎么说？他们没有发现正常水平的无线网络有什么危害。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这个网站有利益，而且与共识相反（第26课）。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结论：好看的设计不是理由。我不相信。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收到：“比斯开省因为下雪停课！”下了一点雪，看起来像是真的。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看新闻的日期：是好几年前的。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今天有人又转发了它。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今天是教育部门或者学校这么说的吗？不是。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结论：是旧新闻，不是新的。明天上课。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高速公路上的鲨鱼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在很多次大风暴之后，同一张照片都在流传：一条鲨鱼在被淹的高速公路上游。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我对这张图片做一次反向搜索。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它在不同国家的风暴里出现过，已经有十多年了。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核查人员解释说这是合成的：鲨鱼来自另一张照片。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结论：假图片。反向搜索一分钟就能发现。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什么也找不到的搜索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对一张毕尔巴鄂游行的照片做了反向搜索。在别的任何地方都没有出现。“那它就是真的，而且是今天的。”他想。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如果它以前没有在互联网上出现过，就证明它是真的吗？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反向搜索只能找到已经在互联网上的照片。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一张新的、裁剪过的或者用人工智能做的照片，可能搜不出来。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什么也找不到，什么也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证明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不了：既不能证明是真的，也不能证明是假的。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结论：核实不一定总有答案。有时诚实的做法是“我还不知道”，然后等一等。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核实是在相信或者转发之前先检查。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横向阅读是离开页面，看别人怎么说。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看日期和图片的来源；如果什么也找不到，就等一等。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