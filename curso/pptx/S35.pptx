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第35课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被篡改的图片和视频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图片可以通过裁剪、合成、脱离背景，或者用人工智能做的深度伪造来骗人。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______就是在相信或转发一条信息之前，先核实它是不是真的。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核实一条新闻时，看它是什么时候______的，而不是你什么时候收到的。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拆穿循环论证的问题：这个理由说的是和结论______的东西吗？  （第23课）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核实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就是在相信或转发一条信息之前，先核实它是不是真的。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核实一条新闻时，看它是什么时候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发布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的，而不是你什么时候收到的。  （第34课）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拆穿循环论证的问题：这个理由说的是和结论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不同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的东西吗？  （第23课）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人们说“一张图胜过千言万语”。但是有人选择了照片里出现什么，又把什么留在了外面。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你是不是更相信照片而不是文字？为什么？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用图片骗人的四种方式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四个花招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裁剪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把照片切掉来藏起一部分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看起来人很少；在外面，有一大群人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合成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把图片的几部分拼在一起或者替换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高速公路上的鲨鱼（第34课）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脱离背景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照片是真的，但来自别的地方或者别的时间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另一个国家的洪水被说成“毕尔巴鄂，昨天”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深度伪造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用人工智能做的假视频或者假音频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一个名人“说”了他从来没说过的话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深度伪造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用人工智能做的视频、音频或者图片，显示某个人说了或者做了他从来没做过的事。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vez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difíciles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detectar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pistas de antes (labios, manos raras) ya casi no sirven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Mejor que mirar el vídeo: buscar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Hacer un deepfake de alguien sin permiso puede ser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delito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用图片骗人的四种方式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遇到可疑的图片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te da mucha emoción, sospecha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su origen: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búsqueda inversa （第34课）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Mira el contexto: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¿quién la publicó, dónde y cuándo?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 la 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¿lo cuentan medios serios o la propia persona?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“打架”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一张操场的照片显示两个学生在互相喊叫。文字写着：“学校里有人打架”。完整的照片里有更多的人：他们在排练一出戏。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这是什么花招？裁剪：把解释这个场面的东西去掉了。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照片不是假的，但看到的内容是被挑选过来骗人的。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我怎么发现？找完整的照片，或者问在场的人。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结论：被留在照片外面的东西也很重要。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市长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一段视频里，一位市长（虚构的）说明天整个比斯开省不上课。声音听起来就是她的。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情绪和紧迫感：这正是很多人想听的。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视频看起来很完美，但今天这已经什么也证明不了了。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她的官方网站或者严肃的媒体这么说了吗？没有。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结论：可能是深度伪造。以官方来源为准，不看视频看起来有多真。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Maialen 的脸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有人用一个应用把 Maialen 的脸放到一段可笑的视频里，并发到班级群里。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这是什么？一个真实的人的深度伪造，没有经过她的同意。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它真的伤害了 Maialen，即使“只是个玩笑”。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我怎么做：我不转发，告诉一个大人，并支持 Maialen。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结论：批判性地思考，也包括不转发会伤害人的东西。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“这是深度伪造”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出现了一段教练（虚构的）辱骂裁判的视频。他回应说：“这是深度伪造，我从来没说过这话。”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如果他说是假的，就完了：它就是深度伪造吗？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现在有了深度伪造，任何人都可以说“这是假的”来脱身。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我去找来源：几位记者从不同的地方拍下了它，而且严肃的媒体也报道了。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所有迹象都表明这段视频是真的。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结论：深度伪造也可以用来否认真实的视频。没有核实，既不说“是真的”，也不说“是假的”。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图片可以通过裁剪、合成、脱离背景或者深度伪造来骗人。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深度伪造是用人工智能做的假视频、假音频或者假图片。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光看仔细已经不够了：在相信或者转发之前，先找它的出处和来源。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