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第36课 · 第6单元 · 信息与来源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第6单元复习和测验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我们复习是什么让一个来源可靠、标题党、谣言、怎样核实，以及图片和视频是怎样被篡改的。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一张脱离______的照片是真实的，但来自别的地方或别的日期。  （第35课）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想发现深度伪造，比盯着视频看更好的办法是去找______。  （第35课）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______来源是亲眼看到、测量或决定这件事的人。  （第31课）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一张脱离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背景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的照片是真实的，但来自别的地方或别的日期。  （第35课）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想发现深度伪造，比盯着视频看更好的办法是去找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来源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（第35课）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原始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来源是亲眼看到、测量或决定这件事的人。  （第31课）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每天都有几十条消息、标题、照片和视频发到你这里。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这个单元的工具里，你最常用哪一个？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单元复习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对一个来源的三个问题（第31课）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我看什么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是谁说的？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他有名字吗？他懂这个话题吗？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他是怎么知道的？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他是亲眼看到的、测量的，还是抄来的？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他能得到什么？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钱、浏览量、选票、名气？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标题与标题党（第32课）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标题党夸大或者隐藏信息，让你去点击。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隐藏关键信息：“你不会相信发生了什么”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夸大：“难以置信”“太猛了”；大写字母和感叹号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但是，吸引眼球的标题并不一定是标题党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分享之前，先把整篇新闻读完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谣言（第33课）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谣言是冒充新闻的编造的谎话。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常见成分：很紧急、情绪强烈、来源模糊、没有日期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这些是让人起疑的信号，不是证据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我们转发它，是因为它打动了我们，而且来自我们信任的人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真实的照片配上虚假的背景说明，也是谣言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验证的三个步骤（第34课）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步骤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我怎么做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横向阅读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我离开这个页面，去查别人是怎么说的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日期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我看它是什么时候发布的，而不是我什么时候收到的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图片来源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我做一次反向搜索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如果什么也找不到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说明没有被核实：我先等一等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被篡改的图片（第35课）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裁剪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把照片切掉来藏起一部分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合成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把图片的几部分拼在一起或者替换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脱离背景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照片是真的，但来自别的地方或者别的时间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深度伪造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用AI制作的；光看是不够的，我要去找来源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一个把所有内容混在一起的案例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一个把所有内容混在一起的案例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· 群里的消息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班级群里有人发：“不敢相信！！一位著名的油管博主在毕尔巴鄂的一家商店偷东西被抓到了”，还配了一张模糊的照片。没有链接，也没有日期。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标题党标题：全是大写字母、“不敢相信”、强烈的情绪。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来源：没有。是谁说的？他是怎么知道的？也没有日期：这些都是谣言的成分。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我来验证：对照片做反向搜索，再做横向阅读。正规媒体有报道吗？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结论：在核实之前我不转发。这可能会伤害到一个真实的人。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一个把所有内容混在一起的案例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没有名字的账号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一个没有名字的账号在社交网络上发出提醒：“高速公路上发生事故，全部封路了。”一小时后，正规媒体证实了这件事。（编造的例子。）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它没有名字，也没有来源。它是谣言吗？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没有名字也没有来源，我没有完全相信它是对的。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但是匿名的来源也可能说对：也许有人正好亲眼看到了。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“没有名字”不等于“假的”：它的意思是“没有被核实”。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结论：这些信号不能告诉我们一件事是不是真的；它们告诉我们，在相信之前需要核实多少。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没有哪个来源是绝对可靠的：看看是谁说的、他怎么知道的、他能得到什么好处。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标题党和谣言利用情绪，让你点击和转发。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要验证：做横向阅读，查日期和图片来源；如果什么也找不到，就等一等。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不看笔记。在每个答案旁边标出“确定”或“不确定”。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