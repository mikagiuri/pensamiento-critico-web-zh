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第37课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百分比和数字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单独一个数字可能会骗人：几乎没有的东西“翻倍”，还是几乎没有，所以要问“是多少里的？”。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标题党夸大或______信息，好让你点击。  （第36课）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想知道一张图片从哪里来，我会做______搜索。  （第36课）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靠权力得来的权威要求我______。  （第25课）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标题党夸大或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隐藏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信息，好让你点击。  （第36课）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想知道一张图片从哪里来，我会做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反向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搜索。  （第36课）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靠权力得来的权威要求我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服从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（第25课）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“我们街区的滑板车事故增加了100 %！”（编造的标题。）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是多还是少？要知道这一点，你还缺哪个数字？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零散的数字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零散的数字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百分比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百分比说的是每100个里有多少。25 %的意思是每100个里有25个。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50 %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mitad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25 %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cuarta parte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100 %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Siempre es un porcentaje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零散的数字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绝对数和相对数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绝对数说的是有多少。相对数是和总数比较，例如用百分比表示。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Absoluta: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aprobaron 30 alumnos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Relativa: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aprobó el 60 % (30 de 50)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Hacen falta las dos para entender bien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零散的数字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几乎没有的东西“翻倍”（编造的例子）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标题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之前 → 之后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是多还是少？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“增加100 %！”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1起 → 2起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几乎没有：只多了1起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“下降50 %！”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2.000 → 1.000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很多：少了1000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“风险是原来的三倍！”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每1万人中1人 → 每1万人中3人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相对风险：三倍。绝对风险：依然非常罕见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滑板车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开头的那个标题：“街区的滑板车事故增加了100 %！”（编造的例子。）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增加100 %是什么意思？就是现在是以前的两倍。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是多少的两倍？我看数据：去年有2起事故，今年有4起。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多了2起事故。这很重要，但数字这么小，算不上事故潮。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结论：不给出起始数字的百分比，可能会无缘无故吓到人。我要问“是多少里的？”。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酸奶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一则广告：“现在糖含量少了30 %。”（编造的例子。）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比什么少30 %？比以前的酸奶？还是比别的牌子？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假设以前有20克糖。少30 %就是14克。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对一小杯酸奶来说，14克还是相当多的糖。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结论：“更少”不等于“很少”。要看标签上的真实数字。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两个班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A班有20人及格。B班有15人及格。哪个班做得更好？（编造的例子。）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绝对数说明A班及格的人更多。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但我去问总人数：A班有40个学生，B班有20个。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A班：40人中有20人 = 50 %。B班：20人中有15人 = 75 %。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结论：B班做得更好。要比较人数不同的群体，就需要相对数。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增加了10 %吗？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在一所中学里，英语及格率从40 %升到50 %。标题：“及格率上升10 %！”（编造的例子。）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50减40等于10。增加了10 %吗？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从40 %到50 %是10个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百分点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：就是两个百分比相减。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但按比例来看：在40的基础上多10，是四分之一。及格的人增加了25 %。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这两个数字都是真的，但说的是不同的事。标题把它们混在一起了。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结论：上升10个百分点不等于上升10 %。我要问：是百分点还是百分比？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百分比说的是每100个里有多少，而且它永远是某个东西的百分比。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几乎没有的东西“翻倍”，还是几乎没有：要问“是多少里的？”。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别把百分点和百分比搞混：从40 %到50 %是10个百分点，也就是多了25 %。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