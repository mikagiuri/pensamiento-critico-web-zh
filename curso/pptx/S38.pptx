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第38课 · 第7单元 · 会骗人的数字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会骗人的图表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即使数据是真的，图表也可能骗人：比如坐标轴被截断、刻度很奇怪、颜色吓人，或者日期被剪掉。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面对吓人的百分比，我会问：“是______人里的？”  （第37课）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从40%升到50%是上升了10个______，但是上升了25%。  （第37课）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我们转发谣言，是因为它让我们______，也因为是信任的人发来的。  （第33课）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面对吓人的百分比，我会问：“是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多少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人里的？”  （第37课）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从40%升到50%是上升了10个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百分点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，但是上升了25%。  （第37课）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我们转发谣言，是因为它让我们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激动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，也因为是信任的人发来的。  （第33课）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两张图表显示的是同样的销量。在一张里看起来销量猛增。在另一张里看起来几乎没变。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数字明明一样，这是怎么做到的？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图表里的小把戏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图表里的小把戏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坐标轴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纵轴标出图表的数值。在柱状图里，正常情况是从0开始。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被截断的坐标轴：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从别的数字开始，例如从90开始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这样，在柱子上，很小的差别也会显得很大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一定要看坐标轴从哪里开始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图表里的小把戏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同样的点，不同的坐标轴（编造的例子）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一个电子游戏里的分数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坐标轴从0到100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坐标轴从90到100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Aitor：92分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柱子填满92 %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柱子填满20 %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Chen：98分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柱子填满98 %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柱子填满80 %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看起来怎么样？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几乎一样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Chen是他的四倍！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图表里的小把戏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其他小把戏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被拉长或压扁的刻度：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同样的上升，看起来像一堵墙，或者像一片平地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宽和高一起变大的图案：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两倍看起来像四倍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颜色：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即使数据很小，红色也会让人害怕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剪掉日期：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只展示对自己有利的那几个月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图表里的小把戏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在相信一张图表之前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坐标轴从哪里开始？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缺少了哪些日期或数据？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数字说了什么，而不是图案？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这张图表是谁做的？他能得到什么好处？（第31课）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三明治的价格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酒吧的一张图表：三明治从2,00 €涨到2,20 €。新的柱子看起来是原来的三倍高。（编造的例子。）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我看坐标轴：它从1,90 €开始，不是从0开始。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从1,90算起，2,00的柱子高0,10，2,20的柱子高0,30：是三倍。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但真实的价格只涨了20分：涨了10 %。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结论：被截断的坐标轴，让10 %的涨幅看起来像三倍。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红色地图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一张比斯开省的地图，把“自行车盗窃增加”的村镇涂成了深红色。（编造的例子。）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深红色给人危险的感觉。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我看数字：在很多村镇里，只是从1起变成2起。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图例对任何上升都用同一种红色，不管是1还是100。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结论：颜色传递了一种数据并不能证明的情绪。我要看图例和数字。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只有好的月份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一位油管博主展示了一张图表：他的粉丝从三月到六月一直在增加。“我一直在增长！”（编造的例子。）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他展示了哪些日期？只有三月到六月。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那一年的其余时间呢？一月的粉丝比六月多。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他把图表剪掉了，只展示上升的那一部分。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结论：图表也会因为被省略的东西而骗人。我要问缺了哪些日期。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气温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一张折线图显示了毕尔巴鄂30年来八月的平均气温。坐标轴从18 °C到22 °C。（编造的例子。）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坐标轴不是从0开始。这是一张骗人的图表吗？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在柱状图里，长度代表数量：所以它的坐标轴必须从0开始。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这里是一条线，而0 °C并不是“一点也不热”：它是水结冰的温度。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如果坐标轴从0到22，上升1到2度这样很重要的变化，几乎就看不出来了。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结论：不从0开始的坐标轴并不总是在骗人。我要问它展示的差别是否重要。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即使数字是真的，图表也可能骗人。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看坐标轴从哪里开始、缺了哪些日期，以及颜色想引起什么情绪。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被截断的坐标轴会夸大柱子，但在气温图里可能是合理的。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