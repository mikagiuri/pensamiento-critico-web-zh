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第39课 · 第7单元 · 会骗人的数字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调查和样本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如果样本和总体相似，调查就更可靠；回答再多，也补救不了有偏的样本。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图表也会因为它______了什么而骗人。  （第38课）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在柱状图里，通常纵轴要从______开始。  （第38课）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相信______的专家，在他的领域里，并不是诉诸权威谬误。  （第27课）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图表也会因为它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漏掉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了什么而骗人。  （第38课）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在柱状图里，通常纵轴要从</a:t>
            </a:r>
            <a:r>
              <a:rPr sz="2600" b="1">
                <a:solidFill>
                  <a:srgbClr val="1F2A44"/>
                </a:solidFill>
                <a:latin typeface="Nunito Sans"/>
              </a:rPr>
              <a:t>0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开始。  （第38课）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相信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真的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的专家，在他的领域里，并不是诉诸权威谬误。  （第27课）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一位游戏博主问她的粉丝：“你喜欢电子游戏吗？”95 %的人说喜欢。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这是否意味着95 %的年轻人喜欢电子游戏？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什么是样本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样本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样本是被提问的那一群人，用来对一个更大的群体得出结论。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总体：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所谈论的整个群体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样本：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被提问的那一部分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就像尝一勺汤，就知道整锅汤怎么样（要搅拌均匀）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随机：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抽签决定，不挑选问谁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对一项调查的三个问题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问了多少人？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只问5个人，对成千上万的人几乎说明不了什么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问了哪些人？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样本必须和总体相似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是怎么问的？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问题本身也可能把回答往某个方向推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和总体不相似的样本是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有偏的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：被扭曲了，偏向了一边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差的样本和更好的样本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我想知道……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差的样本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更好的样本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学生更喜欢哪项运动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只问足球队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从各个年级随机抽取的学生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食堂好不好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Kevin的3个朋友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随机抽取的100个学生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初二的学生用手机用得多不多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只有在Instagram上回答的人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初二所有班级，匿名调查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开头的调查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一位游戏博主问她的粉丝是否喜欢电子游戏。95 %的人说喜欢。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她问了哪些人？她的粉丝：本来就看电子游戏视频的人。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他们和所有年轻人相似吗？不：不玩游戏的人不会关注她。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这个样本是有偏的：偏向了一边。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结论：这95 %说的是她的粉丝，而不是所有年轻人。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“10个人里有9个”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广告：“10位用户里有9位推荐我们的运动鞋。”小字写着：“调查了我们店里的10位顾客。”（编造的例子。）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问了多少人？只有10个人。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问了哪些人？已经在他们店里买过鞋的顾客。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样本又小又有偏：买了鞋的人本来就对它评价不错。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结论：“10个人里有9个”听起来很多，但其实是品牌挑出来的9个人。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带有引导性的问题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学校的调查（编造的）：“你是否同意课间休息太短，应该延长？”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这个问题已经说出了提问者的想法：“太短”。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它推着人回答“是”。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一个中立的问题会是：“你觉得课间休息的时长怎么样？”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结论：除了问谁，怎么问也很重要。我们在第4课里见过这一点。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两百万份回答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美国，1936年。一家杂志收到了两百多万份关于谁会赢得选举的回答。另一项调查问的人少得多，但这些人是按照和全国相似的方式挑选的。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哪一个猜对了？是那个有两百万份的，对吧？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不是：这家杂志错得很离谱。回答它的人，和全体选民并不相似。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那项小型调查猜对了获胜者：它的样本更像全国。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更多的回答补救不了有偏的样本：只是把同一个错误重复了更多次。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结论：先问问了哪些人，再问问了多少人。样本很大但有偏，照样会出错。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样本是被提问的那一部分群体。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问了多少人很重要，但问了哪些人更重要：样本很大但有偏，照样会出错。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还要看问题是怎么提的：它可能把回答往某个方向推。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