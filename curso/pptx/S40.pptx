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第40课 · 第7单元 · 会骗人的数字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用数据看相关和因果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两个数据一起变化（相关），还不足以说明其中一个导致了另一个；如果排除了别的解释，才可能成为证据。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做调查就像尝一小______汤，看看汤的味道。  （第39课）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______选人就是靠抽签决定，而不是挑选具体的人。  （第39课）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如果一张图片让你情绪很强烈，就要______。  （第35课）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做调查就像尝一小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勺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汤，看看汤的味道。  （第39课）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随机</a:t>
            </a:r>
            <a:r>
              <a:rPr sz="2600" b="0">
                <a:solidFill>
                  <a:srgbClr val="1F2A44"/>
                </a:solidFill>
                <a:latin typeface="Nunito Sans"/>
              </a:rPr>
              <a:t>选人就是靠抽签决定，而不是挑选具体的人。  （第39课）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如果一张图片让你情绪很强烈，就要</a:t>
            </a:r>
            <a:r>
              <a:rPr sz="2600" b="1">
                <a:solidFill>
                  <a:srgbClr val="1F2A44"/>
                </a:solidFill>
                <a:latin typeface="Nunito Sans"/>
              </a:rPr>
              <a:t>怀疑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（第35课）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夏天冰淇淋卖得更多。夏天溺水的人也更多。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是冰淇淋导致了溺水吗？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相关不等于因果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相关不等于因果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相关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当两个数据一起变化时，就有相关：一个上升时，另一个也上升（或下降）。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因果：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一件事</a:t>
            </a:r>
            <a:r>
              <a:rPr sz="2800" b="1">
                <a:solidFill>
                  <a:srgbClr val="1F2A44"/>
                </a:solidFill>
                <a:latin typeface="Nunito Sans"/>
              </a:rPr>
              <a:t>产生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另一件事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单独的相关只是一个线索，不是证据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第22课：“在……之后”不等于“因为……”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相关不等于因果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四种可能的解释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如果A和B一起上升，可能是……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A导致B</a:t>
            </a:r>
            <a:r>
              <a:rPr sz="2800" b="0">
                <a:solidFill>
                  <a:srgbClr val="1F2A44"/>
                </a:solidFill>
                <a:latin typeface="Nunito Sans"/>
              </a:rPr>
              <a:t>（有时是真的）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B导致A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（反过来）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第三个原因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同时产生了这两者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巧合：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碰巧一致，但毫无关系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相关不等于因果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冰淇淋和溺水（编造的数字）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月份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卖出的冰淇淋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溺水的人数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一月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四月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3.000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5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七月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9.000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案例1 · 冰淇淋和溺水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在表格里，这两个数据一起上升。吃冰淇淋会让人溺水吗？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A导致B？不：没有人会因为吃冰淇淋而溺水。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B导致A？也不：溺水不会让冰淇淋卖得更多。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第三个原因：天气热。天热的时候，人们吃更多冰淇淋，也有更多人去游泳。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结论：有相关，但谁也不是谁的原因。共同的原因是夏天的炎热。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案例2 · 手机和成绩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一项（编造的）研究发现，晚上手机用得更多的学生，成绩更差。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是手机导致了成绩差吗？有可能：它占掉了睡眠时间。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反过来呢？课上学得不好的人，也许会躲进手机里。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第三个原因呢？压力或家里的问题，可能同时造成这两件事。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结论：相关是一个线索。要知道原因，还需要更多研究。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案例3 · 纯属巧合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Tyler Vigen的网站发现，在美国，1999年到2009年间，在游泳池里溺水的人数，和尼古拉斯·凯奇（Nicolas Cage）的电影数量，起伏得一模一样。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尼古拉斯·凯奇的电影会让人溺水吗？当然不会。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有第三个原因吗？看不出有任何一个。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如果你比较成千上万个数据，有些会碰巧一致。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结论：两条一起变动的线，可能毫无关系。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烟草和癌症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吸烟的人得肺癌的病例，比不吸烟的人多得多。有人说：“相关不等于因果。这没有被证明。”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他说得对吗？我们不知道烟草会不会致癌吗？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单独一个相关确实不够。但在这里它不是单独的。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科学家排除了别的原因（年龄、工作……）。而且你吸得越多，风险越大；如果戒了，风险就会下降。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此外，他们知道它是怎么发生的：烟里有会损伤肺细胞的物质。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结论：当别的解释被</a:t>
            </a:r>
            <a:r>
              <a:rPr sz="2400" b="1">
                <a:solidFill>
                  <a:srgbClr val="1F2A44"/>
                </a:solidFill>
                <a:latin typeface="Nunito Sans"/>
              </a:rPr>
              <a:t>排除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之后，相关就能证明一个因果。这句话不是万能的借口。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当两个数据一起变化时，就有相关。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单独一个相关不能证明因果：可能是反过来，可能有第三个原因，也可能是巧合。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如果排除了其他解释，相关就可以证明一个因果。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