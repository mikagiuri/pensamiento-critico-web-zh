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第41课 · 第7单元 · 会骗人的数字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平均数和轶事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平均数能概括，但可能掩盖差别（中位数有帮助）；一个轶事不能证明一条普遍规律，但可以推翻一个“总是”。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当其他解释都被______时，相关可以证明因果。  （第40课）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因果的意思是一件事______另一件事。  （第40课）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今天，像米尔格拉姆那样的实验是不会被______的。  （第29课）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当其他解释都被</a:t>
            </a:r>
            <a:r>
              <a:rPr sz="2600" b="1">
                <a:solidFill>
                  <a:srgbClr val="1F2A44"/>
                </a:solidFill>
                <a:latin typeface="Nunito Sans"/>
              </a:rPr>
              <a:t>排除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时，相关可以证明因果。  （第40课）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因果的意思是一件事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导致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另一件事。  （第40课）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今天，像米尔格拉姆那样的实验是不会被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允许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的。  （第29课）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“在这家公司，平均工资是每月5.000 €。”公司里有一个老板和四个员工。（编造的例子。）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你觉得员工们拿多少钱？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平均数和轶事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平均数和轶事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平均数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平均数的算法是：把所有数据加起来，再除以数据的个数。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成绩4、6和8 → (4+6+8) : 3 = 6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它把很多数据概括成一个数字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但它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掩盖了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数据内部的样子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中位数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是把数据从小到大排好之后，处在中间的那个数据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平均数和轶事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两个平均分都是5的班（编造的例子）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班级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成绩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平均数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初二A班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5, 5, 5, 5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初二B班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0, 0, 10, 10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5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一样吗？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A班：大家都刚好及格。B班：一半人不及格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平均数一样，班级却很不一样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平均数和轶事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轶事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轶事是某个人讲的一个个别的例子。它可能是真的，但并不能说明大多数的情况。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“我爷爷抽了一辈子烟，活到了95岁”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一个个别的例子</a:t>
            </a:r>
            <a:r>
              <a:rPr sz="2800" b="1">
                <a:solidFill>
                  <a:srgbClr val="1F2A44"/>
                </a:solidFill>
                <a:latin typeface="Nunito Sans"/>
              </a:rPr>
              <a:t>不能说明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大多数是什么样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数据来自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很多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被好好统计的例子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已解决的案例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案例1 · 开头的工资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编造的公司：老板每月拿20.000 €，四个员工每人拿1.250 €。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我加起来再除：20.000 + 4 × 1.250 = 25.000 €；25.000 : 5 = 5.000 €。平均数是真的。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但没有一个员工拿5.000 €：老板的工资把平均数往上拉了。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我来排序：1.250、1.250、</a:t>
            </a:r>
            <a:r>
              <a:rPr sz="2400" b="1">
                <a:solidFill>
                  <a:srgbClr val="1F2A44"/>
                </a:solidFill>
                <a:latin typeface="Nunito Sans"/>
              </a:rPr>
              <a:t>1.250</a:t>
            </a:r>
            <a:r>
              <a:rPr sz="2400" b="0">
                <a:solidFill>
                  <a:srgbClr val="1F2A44"/>
                </a:solidFill>
                <a:latin typeface="Nunito Sans"/>
              </a:rPr>
              <a:t>、1.250、20.000。中位数，也就是中间的那个数据，是1.250 €。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结论：一个特别大的数据会让平均数变形。在这里，中位数更能说明大多数人拿多少钱。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案例2 · 抽烟的爷爷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一个男孩：“抽烟没那么糟糕。我爷爷抽了一辈子烟，活到了95岁。”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爷爷的事是真的吗？可能是真的。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这就够了吗？不够：这只是几百万吸烟者中的一个例子。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数据并没有说“所有”吸烟的人都会早逝：它说的是，平均来看，他们要少活好几年。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结论：爷爷只能推翻“所有吸烟的人都会早逝”，而数据并没有这么说。一个轶事推翻不了数据。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案例3 · 每场一个进球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街区球队的教练说：“一个男孩平均每场进一个球。”他们踢了10场比赛。（编造的例子。）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他每场都进球吗？我不知道：平均数没有说。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也可能他在一场比赛里进了10个球，其余九场一个也没进。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10个球 : 10场比赛 = 平均1个，和每天进一个球是一样的。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结论：同一个平均数，可能掩盖非常不同的情况。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第3部分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典型的错误和陷阱案例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第3部分 · 典型的错误和陷阱案例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什么可以当作证据？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单独一个，不够当证据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“我表哥用了有效”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“我认识一个人……”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一段只讲一个例子的爆红视频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更有力的证据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很多被好好统计的例子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和没这样做的一组进行比较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好几项一致的研究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第3部分 · 典型的错误和陷阱案例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“永远”不会出问题的头盔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广告（编造的）：“戴上我们的头盔，你的头永远不会受伤。”一个男孩戴着这个头盔摔倒了，头受了伤。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这只是一个轶事。那它就一点用也没有吗？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要知道大多数情况是什么样，一个例子是不够的。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但广告说的是“永远”。要推翻一个“永远”，只需要一个</a:t>
            </a:r>
            <a:r>
              <a:rPr sz="2400" b="1">
                <a:solidFill>
                  <a:srgbClr val="1F2A44"/>
                </a:solidFill>
                <a:latin typeface="Nunito Sans"/>
              </a:rPr>
              <a:t>反例</a:t>
            </a:r>
            <a:r>
              <a:rPr sz="2400" b="0">
                <a:solidFill>
                  <a:srgbClr val="1F2A44"/>
                </a:solidFill>
                <a:latin typeface="Nunito Sans"/>
              </a:rPr>
              <a:t>：一个说法相反的例子。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如果这个男孩的事是真的，那么广告就是假的，即使这个头盔很能保护人。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结论：一个轶事不能证明一条普遍规律，但可以推翻一个“永远”或一个“总是”。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平均数是加起来再除；中位数是处在中间的那个数据。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平均数能概括，但也会掩盖：一个特别大或特别小的数据会让它变形。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一个轶事不能证明大多数是什么样，但可以推翻一个“永远”。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第一遍：不看笔记，用圆珠笔写。第二遍：看笔记，换一种颜色。每个答案都标出“确定”或“不确定”。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