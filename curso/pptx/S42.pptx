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批判性思维 · 第42课 · 第7单元 · 会骗人的数字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第7单元的复习和考试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我们来复习数字是怎样骗人的：百分比、图表、调查、相关、平均数和轶事。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在你的练习单上写出缺少的词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平均数的算法是把所有数据______，再除以数据的个数。  （第41课）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______是把数据从小到大排列后，位于中间的那个数据。  （第41课）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百分比说明每______个里有多少个。  （第37课）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用另一种颜色订正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平均数的算法是把所有数据</a:t>
            </a:r>
            <a:r>
              <a:rPr sz="2600" b="1">
                <a:solidFill>
                  <a:srgbClr val="1F2A44"/>
                </a:solidFill>
                <a:latin typeface="Nunito Sans"/>
              </a:rPr>
              <a:t>加起来</a:t>
            </a:r>
            <a:r>
              <a:rPr sz="2600" b="0">
                <a:solidFill>
                  <a:srgbClr val="1F2A44"/>
                </a:solidFill>
                <a:latin typeface="Nunito Sans"/>
              </a:rPr>
              <a:t>，再除以数据的个数。  （第41课）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中位数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是把数据从小到大排列后，位于中间的那个数据。  （第41课）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百分比说明每</a:t>
            </a:r>
            <a:r>
              <a:rPr sz="2600" b="1">
                <a:solidFill>
                  <a:srgbClr val="1F2A44"/>
                </a:solidFill>
                <a:latin typeface="Nunito Sans"/>
              </a:rPr>
              <a:t>100</a:t>
            </a:r>
            <a:r>
              <a:rPr sz="2600" b="0">
                <a:solidFill>
                  <a:srgbClr val="1F2A44"/>
                </a:solidFill>
                <a:latin typeface="Nunito Sans"/>
              </a:rPr>
              <a:t>个里有多少个。  （第37课）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一则广告（编造的）：“80 %的人用Nube枕头睡得更好！”小字写着：“调查了10位顾客。”还有一张坐标轴被截断的图表。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你能找出本单元里的几个小把戏？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第1部分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第7单元的复习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第7单元的复习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百分比和数字（第37课）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3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6000"/>
                <a:gridCol w="5456000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想法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要问什么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百分比 = 每100个里有多少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是什么的百分比？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几乎没有的东西“翻倍”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是从多少开始的？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绝对数和相对数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一共有多少个？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百分点和百分比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是相减，还是比例？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第7单元的复习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会骗人的图表（第38课）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650000"/>
            <a:ext cx="10912000" cy="48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柱状图里被截断的坐标轴：</a:t>
            </a:r>
            <a:r>
              <a:rPr sz="2800" b="0">
                <a:solidFill>
                  <a:srgbClr val="1F2A44"/>
                </a:solidFill>
                <a:latin typeface="Nunito Sans"/>
              </a:rPr>
              <a:t>夸大差别（在气温图里可能是合理的）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刻度和图案：</a:t>
            </a:r>
            <a:r>
              <a:rPr sz="2800" b="0">
                <a:solidFill>
                  <a:srgbClr val="1F2A44"/>
                </a:solidFill>
                <a:latin typeface="Nunito Sans"/>
              </a:rPr>
              <a:t>拉长或放大观感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颜色：</a:t>
            </a:r>
            <a:r>
              <a:rPr sz="2800" b="0">
                <a:solidFill>
                  <a:srgbClr val="1F2A44"/>
                </a:solidFill>
                <a:latin typeface="Nunito Sans"/>
              </a:rPr>
              <a:t>即使数据很小，红色也会让人害怕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被剪掉的日期：</a:t>
            </a:r>
            <a:r>
              <a:rPr sz="2800" b="0">
                <a:solidFill>
                  <a:srgbClr val="1F2A44"/>
                </a:solidFill>
                <a:latin typeface="Nunito Sans"/>
              </a:rPr>
              <a:t>只展示对自己有利的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第7单元的复习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调查和样本（第39课）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6000"/>
                <a:gridCol w="5456000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问题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要找什么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问了多少人？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相当多的人，不是5个或10个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是针对谁？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和总体相似，随机（最重要）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是怎么问的？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一个中立的、不引导的问题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第7单元的复习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相关和因果（第40课）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1F2A44"/>
                </a:solidFill>
                <a:latin typeface="Nunito Sans"/>
              </a:rPr>
              <a:t>如果两个数据一起上升，可能是……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A导致B（如果排除了其他的，就能知道）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B导致A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有第三个原因同时产生了这两者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纯属巧合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第7单元的复习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平均数和轶事（第41课）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5306000" cy="4400000"/>
          </a:xfrm>
          <a:prstGeom prst="rect">
            <a:avLst/>
          </a:prstGeom>
          <a:solidFill>
            <a:srgbClr val="FB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C2531C"/>
                </a:solidFill>
                <a:latin typeface="Nunito Sans"/>
              </a:rPr>
              <a:t>不够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0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只有一个平均数，没看数据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把一个轶事当作一般情况的证据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6000" y="1650000"/>
            <a:ext cx="5306000" cy="440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2F6FB5"/>
                </a:solidFill>
                <a:latin typeface="Nunito Sans"/>
              </a:rPr>
              <a:t>有帮助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查看数据内部和中位数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很多被好好统计的例子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第2部分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一个把所有内容混在一起的案例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一个把所有内容混在一起的案例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 · Nube枕头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编造的广告：“80 %的人用Nube枕头睡得更好！”小字写着：“调查了10位顾客。”图表的坐标轴是从70到80。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百分比：10个人的80 %只是8个人。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样本：已经买了这个枕头的10位顾客。又小又有偏。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图表：是柱子，而坐标轴从70开始，所以任何差别看起来都很巨大。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结论：一则广告里就有三个数字小把戏。我还是不太相信。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第2部分 · 一个把所有内容混在一起的案例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“只有”千分之一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一种疫苗把某种疾病的死亡人数，从每1.000人中2人降到每1.000人中1人。有人说：“只有千分之一：几乎没什么。”（编造的例子。）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这是小到无所谓的改善吗？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按绝对数算，每1.000人中1人看起来很少。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但如果给一百万人接种，就是少了1.000例死亡。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“几乎没什么”也可能骗人：这取决于涉及多少人，以及后果有多严重。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结论：一个小数字不一定不重要。我要问是多少人，以及关系到什么。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先自己写，不看笔记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两分钟。然后我们一起对照。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面对一个百分比，永远要问“是多少里的？”和“是什么的？”。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看图表的坐标轴从哪里开始，以及调查问了哪些人。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相关不等于因果，平均数会掩盖，而轶事不是数据。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分钟 · 独立完成 · 保持安静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台阶1 · 人人都做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分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台阶2 · 复习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台阶3 · 挑战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不看笔记。在每个答案旁边标出“确定”或“不确定”。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