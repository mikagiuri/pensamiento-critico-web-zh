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第42课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第7单元的复习和考试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我们来复习数字是怎样骗人的：百分比、图表、调查、相关、平均数和轶事。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平均数的算法是把所有数据______，再除以数据的个数。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______是把数据从小到大排列后，位于中间的那个数据。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百分比说明每______个里有多少个。  （第37课）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平均数的算法是把所有数据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加起来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，再除以数据的个数。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中位数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是把数据从小到大排列后，位于中间的那个数据。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个里有多少个。  （第37课）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一则广告（编造的）：“80 %的人用Nube枕头睡得更好！”小字写着：“调查了10位顾客。”还有一张坐标轴被截断的图表。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你能找出本单元里的几个小把戏？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第7单元的复习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百分比和数字（第37课）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想法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要问什么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百分比 = 每100个里有多少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是什么的百分比？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几乎没有的东西“翻倍”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是从多少开始的？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绝对数和相对数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一共有多少个？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百分点和百分比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是相减，还是比例？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会骗人的图表（第38课）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 en barras: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exagera las diferencias (en temperaturas puede estar bien)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y dibujos: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estiran o agrandan la impresión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Fechas recortadas: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enseñan solo lo que conviene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调查和样本（第39课）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要找什么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问了多少人？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相当多的人，不是5个或10个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是针对谁？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和总体相似，随机（最重要）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是怎么问的？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一个中立的、不引导的问题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相关和因果（第40课）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如果两个数据一起上升，可能是……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cause B (se sabe si se descartan las demás)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 cause 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tercera causa produzca los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Sea pura casualidad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平均数和轶事（第41课）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anécdota como prueba de lo que pasa en 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有帮助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los datos por dentro y la mediana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Nube枕头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编造的广告：“80 %的人用Nube枕头睡得更好！”小字写着：“调查了10位顾客。”图表的坐标轴是从70到80。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百分比：10个人的80 %只是8个人。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样本：已经买了这个枕头的10位顾客。又小又有偏。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图表：是柱子，而坐标轴从70开始，所以任何差别看起来都很巨大。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结论：一则广告里就有三个数字小把戏。我还是不太相信。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“只有”千分之一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一种疫苗把某种疾病的死亡人数，从每1.000人中2人降到每1.000人中1人。有人说：“只有千分之一：几乎没什么。”（编造的例子。）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这是小到无所谓的改善吗？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按绝对数算，每1.000人中1人看起来很少。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但如果给一百万人接种，就是少了1.000例死亡。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“几乎没什么”也可能骗人：这取决于涉及多少人，以及后果有多严重。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结论：一个小数字不一定不重要。我要问是多少人，以及关系到什么。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面对一个百分比，永远要问“是多少里的？”和“是什么的？”。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看图表的坐标轴从哪里开始，以及调查问了哪些人。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相关不等于因果，平均数会掩盖，而轶事不是数据。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