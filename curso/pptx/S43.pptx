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第43课 · 第8单元 · 偏见：大脑也会骗人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什么是认知偏见？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认知偏见是一种会以可预测的方式反复出现的错误。它们通常来自思维的捷径，而这些捷径大多数时候是帮我们的。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在柱状图中，坐标轴不从0开始会______差别。  （第42课）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单独一个平均数，不看具体数据，说明得不______。  （第42课）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______来源是亲眼看到、测量或决定这件事的人。  （第31课）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在柱状图中，坐标轴不从0开始会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夸大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差别。  （第42课）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单独一个平均数，不看具体数据，说明得不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充分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原始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来源是亲眼看到、测量或决定这件事的人。  （第31课）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一根球棒和一个球一共1,10 €。球棒比球贵1 €。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球多少钱？快点回答，在脑子里回答。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会出错的捷径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会出错的捷径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认知偏见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认知偏见是思维里的一种错误，它会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反复出现</a:t>
            </a:r>
            <a:r>
              <a:rPr sz="2800" b="1">
                <a:solidFill>
                  <a:srgbClr val="1F2A44"/>
                </a:solidFill>
                <a:latin typeface="Nunito Sans"/>
              </a:rPr>
              <a:t>，而且是可预测的：总是偏向同一边。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Cognitivo: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 tiene que ver con pensar y conocer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Sesgo: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inclinación hacia un lado (como la muestra sesgada)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Atajo mental: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forma rápida de decidir sin pensar mucho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pasa a todos, también a los expertos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会出错的捷径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谬误还是偏见：错在哪里？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谬误：在外面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fallo está en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argumento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ve en lo que alguien dice o escribe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Ejemplo: atacar a la persona en vez de a su idea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偏见：在里面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atajo que falla está en mi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cabeza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 pasa aunque nadie me quiera engañar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Ejemplo: decir rápido que la pelota cuesta 10 céntimos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会出错的捷径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两种思考方式，根据丹尼尔·卡尼曼（Daniel Kahneman）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方面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快思考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慢思考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它是什么样的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自动的，不费力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缓慢的，费力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例子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知道2 + 2是多少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计算17 × 24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在有陷阱的问题上会出错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很累人：我们不会总用它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会出错的捷径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我们为什么有捷径？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día tomamos muchísimas decisiones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Pensarlo todo despacio sería agotador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Casi siempre los atajos aciertan: son útiles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en ciertas situaciones fallan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siempre hacia el mismo lado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eso es un sesgo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球棒和球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一根球棒和一个球一共1,10 €。球棒比球贵1 €。球多少钱？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快速的回答是10分。很多人都给出这个回答，大学生也是。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我慢慢检查：如果球值0,10 €，球棒就值1,10 €。总共：1,20 €。不对！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如果球值0,05 €，球棒就值1,05 €。总共：1,10 €。正确。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结论：捷径给出的回答“听上去”不错。慢慢想才能纠正它。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什么更危险？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Chen在海里游泳时害怕鲨鱼。可是他一边看手机一边过马路，却毫不担心。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鲨鱼袭击在电影和新闻里经常出现：我们很容易想起来。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被车撞到要常见得多，但几乎没有引起注意。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捷径：“如果我很容易想起来，就说明它经常发生。”在这里它出错了。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可得性偏见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。大脑是根据容易想起来的东西来判断危险，而不是根据数据。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捷径 = 偏见？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Omar看到毕尔巴鄂上空有乌云，就拿了雨伞。他没有在手机上查天气，也没有慢慢想。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他是快速决定的，用了一个捷径……他掉进了偏见吗？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看起来是的：他用了一个捷径，“乌云 = 下雨”，没有慢慢想。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但这个捷径几乎总是对的，而且给他省了时间。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偏见不是随便哪个捷径：它是会出错的捷径，而且总是偏向同一边。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结论：快速做决定不是错误。捷径是有用的；问题在于它们以可预测的方式出错的时候。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认知偏见是思维里的一种错误，它会以可预测的方式反复出现。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它来自思维的捷径，而这些捷径大多数时候是帮我们的：快速做决定不是错误。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慢慢想、再检查，有助于纠正偏见。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