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批判性思维 · 第44课 · 第8单元 · 偏见：大脑也会骗人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确认偏见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确认偏见就是只去找、只去记、只去相信那些证明我们是对的东西，而忘掉那些证明我们错了的东西。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在你的练习单上写出缺少的词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一条思维______是不怎么费力思考、快速做决定的办法。  （第43课）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偏见会发生在______身上，连专家也不例外。  （第43课）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和总体不相像的样本是______的。  （第39课）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用另一种颜色订正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一条思维</a:t>
            </a:r>
            <a:r>
              <a:rPr sz="2600" b="1">
                <a:solidFill>
                  <a:srgbClr val="1F2A44"/>
                </a:solidFill>
                <a:latin typeface="Nunito Sans"/>
              </a:rPr>
              <a:t>捷径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是不怎么费力思考、快速做决定的办法。  （第43课）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偏见会发生在</a:t>
            </a:r>
            <a:r>
              <a:rPr sz="2600" b="1">
                <a:solidFill>
                  <a:srgbClr val="1F2A44"/>
                </a:solidFill>
                <a:latin typeface="Nunito Sans"/>
              </a:rPr>
              <a:t>所有</a:t>
            </a:r>
            <a:r>
              <a:rPr sz="2600" b="0">
                <a:solidFill>
                  <a:srgbClr val="1F2A44"/>
                </a:solidFill>
                <a:latin typeface="Nunito Sans"/>
              </a:rPr>
              <a:t>身上，连专家也不例外。  （第43课）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和总体不相像的样本是</a:t>
            </a:r>
            <a:r>
              <a:rPr sz="2600" b="1">
                <a:solidFill>
                  <a:srgbClr val="1F2A44"/>
                </a:solidFill>
                <a:latin typeface="Nunito Sans"/>
              </a:rPr>
              <a:t>有偏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的。  （第39课）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一个农夫丢了斧头，怀疑是邻居的儿子偷的。从那以后，那个男孩走路、说话、微笑，看上去都“像个小偷”。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是男孩变了吗？还是别的东西变了？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第1部分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只看到证明我们是对的东西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只看到证明我们是对的东西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确认偏见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这是一种倾向：只关注能证实我们已有想法的东西。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证实：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认可，支持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我们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寻找</a:t>
            </a:r>
            <a:r>
              <a:rPr sz="2800" b="0">
                <a:solidFill>
                  <a:srgbClr val="1F2A44"/>
                </a:solidFill>
                <a:latin typeface="Nunito Sans"/>
              </a:rPr>
              <a:t>证明我们是对的东西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我们更好地</a:t>
            </a:r>
            <a:r>
              <a:rPr sz="2800" b="1">
                <a:solidFill>
                  <a:srgbClr val="1F2A44"/>
                </a:solidFill>
                <a:latin typeface="Nunito Sans"/>
              </a:rPr>
              <a:t>记住</a:t>
            </a:r>
            <a:r>
              <a:rPr sz="2800" b="0">
                <a:solidFill>
                  <a:srgbClr val="1F2A44"/>
                </a:solidFill>
                <a:latin typeface="Nunito Sans"/>
              </a:rPr>
              <a:t>证明我们是对的东西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我们把有疑问的数据</a:t>
            </a:r>
            <a:r>
              <a:rPr sz="2800" b="1">
                <a:solidFill>
                  <a:srgbClr val="1F2A44"/>
                </a:solidFill>
                <a:latin typeface="Nunito Sans"/>
              </a:rPr>
              <a:t>解释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得对我们有利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只看到证明我们是对的东西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证实的三种方式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6000"/>
                <a:gridCol w="5456000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形式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例子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寻找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我只看那些说我的球队最棒的视频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记忆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我记得那天星座预测说中了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解释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对竞技俱乐部（Athletic）犯规：“黑哨！”对自己有利的：“明明很清楚”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只看到证明我们是对的东西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500000"/>
            <a:ext cx="10912000" cy="3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人的理智一旦接受了某个观点，就会把其他一切都拉过来支持它，使它们与它相符。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4700000"/>
            <a:ext cx="10912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4A5568"/>
                </a:solidFill>
                <a:latin typeface="Nunito Sans"/>
              </a:rPr>
              <a:t>弗朗西斯·培根，《新工具》（1620）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第2部分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已解决的案例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案例1 · 偷斧头的人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一个中国的古老故事：一个农夫丢了斧头，怀疑是邻居的儿子偷的。那个男孩做的每一件事，他都觉得“像小偷”。后来他在自己的柴堆里找到了斧头。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农夫相信什么？相信那个男孩偷了他的斧头。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所以他把一切都往对自己想法有利的方向解释：走得快、微笑或不说话，在他看来都“像小偷”。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他在自己的柴堆里找到了斧头……那个男孩在他眼里又变得正常了。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结论：确认偏见。男孩没有变：变的是农夫的眼光。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案例2 · 上网搜索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Dylan认为能量饮料帮他学习。他搜索：“能量饮料对学习的好处”。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这个搜索已经带着答案：它只要求好处。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他会找到证明他是对的网页，然后放心。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一个更公平的搜索是：“能量饮料和学习：优点和风险”。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结论：搜索时的确认偏见。我们也要去找那些可能证明我们错了的东西。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案例3 · 2-4-6任务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彼得·沃森（Peter Wason）的实验（1960年）：“2-4-6这组数符合一条秘密规则。你提出别的数列，我告诉你它们是否符合这条规则。”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很多人试8-10-12、20-22-24……全都符合。“规则是加2！”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但规则更简单：“三个越来越大的数”。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很少有人试那些有可能出错的数列，比如6-4-2或1-5-100。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结论：我们去找能证实自己想法的例子。更好的做法是去找反例，就像在第11课里那样。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是固执还是消息灵通？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Iker认为抽烟对健康有害。他看到一段没有任何来源的视频，说的恰恰相反。他不理它。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他只接受证明他是对的东西……这是确认偏见吗？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看起来是的：他拒绝了证明他错了的东西。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但他看了证据：他的想法背后有成千上万项研究；而那段视频没有任何来源。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偏见是仅仅因为一个证据说我错了，就更差地对待它。在这里，这个证据是差的。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结论：不因为一个糟糕的理由改变看法，不是偏见。无视一个好证据才是。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第3部分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怎样刹住它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第3部分 · 怎样刹住它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对确认偏见的四个刹车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问问自己：“什么会让我改变看法？”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有意去找说法相反的东西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把做对的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和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做错的都记下来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倾听想法不同的人，不要提前准备好回应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先自己写，不看笔记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两分钟。然后我们一起对照。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确认偏见就是只关注证明我们是对的东西。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我们是朝着对自己已有看法有利的方向去寻找、记忆和解释的。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要刹住它，就有意去找那些可能证明你错了的东西。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分钟 · 独立完成 · 保持安静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台阶1 · 人人都做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台阶2 · 复习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台阶3 ·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第一遍：不看笔记，用圆珠笔写。第二遍：看笔记，换一种颜色。每个答案都标出“确定”或“不确定”。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