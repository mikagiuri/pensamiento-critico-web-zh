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第45课 · 第8单元 · 偏见：大脑也会骗人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光环效应和第一印象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光环效应就是只凭一个特点来评判一个人的全部，比如他的外表、名气或第一印象。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在沃森的2-4-6任务中，秘密规则是：三个数字依次______。  （第44课）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拒绝一条______的证据不是确认偏见；无视一条好的证据才是。  （第44课）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我们转发谣言，是因为它让我们______，也因为是信任的人发来的。  （第33课）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在沃森的2-4-6任务中，秘密规则是：三个数字依次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递增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（第44课）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拒绝一条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糟糕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的证据不是确认偏见；无视一条好的证据才是。  （第44课）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我们转发谣言，是因为它让我们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激动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，也因为是信任的人发来的。  （第33课）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一个新来的男生穿着名牌衣服、笑着走进教室。另一个板着脸、头发乱糟糟地走进来。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你觉得哪一个成绩会更好？你为什么这样想？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一个特点染上了一切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一个特点染上了一切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光环效应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它是让我们喜欢（或不喜欢）的一个特点，染上了我们对一个人的所有看法。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光环：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画里圣人头上的那圈光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一个好的特点照亮了一切：“他长得帅，一定聪明”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反过来也一样：一个坏的特点让一切变暗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这是心理学家爱德华·桑代克（Edward Thorndike）在1920年描述的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一个特点染上了一切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第一印象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我们在很短的时间里就对一个人形成了看法。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看一张脸一下，就能判断他看起来可不可信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这第一个想法往往很难改变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后来我们会去找证据来证实它（第44课）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但是一张脸或一身衣服，对一个人是什么样的，说明的很少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一个特点染上了一切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光环出现在哪里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情境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这个特点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没有证据就推出的结论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广告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一位著名的足球运动员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“这个产品很好”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考试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字迹漂亮整洁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“答案更好”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社交网络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很多粉丝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“他知道自己在说什么”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求职面试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衣着得体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“他会是个好员工”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广告里的名人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一位著名的足球运动员给一款洗发水做广告。“如果他用，那一定好。”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我看到了什么特点？他足球踢得很好。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我推出了什么？他懂洗发水。这两件事毫无关系。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这就是光环效应，而品牌很清楚：所以才给他付钱。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结论：擅长一件事，并不会让你成为另一件事的专家。我们在第27课里见过这一点。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漂亮的字迹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两份考卷答案相同。一份字迹清楚整洁；另一份字迹难认，还有涂改。（编造的例子。）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内容是一样的：它们应该得同样的分数。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但漂亮的字迹让人对整份考卷印象很好。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很容易在不知不觉中，给整洁的那份打得稍微高一点。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结论：光环效应。所以按书面标准批改、而且不看名字，是有帮助的。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第一天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第一天，Aitor没有跟任何人打招呼。有些人就断定：“他是个冷冰冰的人。”其实他是紧张。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第一印象在一瞬间就形成了。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后来，Aitor做的每件事看起来都在证实它（第44课）。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没有人想过别的解释：紧张、害羞、糟糕的一天。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结论：第一印象是一个猜测，不是最终的判断。给这个人一些时间。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一个确实算数的特点？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为课间足球队选人，Leire先选了Aitor。她看到他每个星期都进很多球。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她只凭一个特点选他……这是光环效应吗？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看起来是的：她只凭一件事来评判他，就是进球。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但这个特点和她要决定的事有关：谁足球踢得好。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光环效应是这样想：因为他会进球，所以他学习也好，或者人也好。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结论：用一个切题的特点是一个好理由。光环效应是把它延伸到其他方面。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光环效应就是只凭一个特点来评判一个人的全部。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第一印象形成得非常快，而且很难改变。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一个特点不能说明一个人是什么样的：给他时间，去找证据。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