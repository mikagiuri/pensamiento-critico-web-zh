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第46课 · 第8单元 · 偏见：大脑也会骗人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锚定和框架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我们听到的第一个数字（锚定）和说一件事的方式（框架），会改变我们的决定，即使数据是一样的。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在一件事上很厉害，并不会让你在另一件事上也成为______。  （第45课）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______效应是凭一个特点就评判一个人的全部。  （第45课）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______是有人讲的一个单独的例子。  （第41课）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在一件事上很厉害，并不会让你在另一件事上也成为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专家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（第45课）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光环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效应是凭一个特点就评判一个人的全部。  （第45课）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个例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是有人讲的一个单独的例子。  （第41课）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一双运动鞋：“原价180 €。现价90 €。”另一双一模一样的，在另一家店：“90 €”。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你觉得哪一双更便宜？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第一个数字和说它的方式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第一个数字和说它的方式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锚定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锚定就是被我们听到的第一个数字牢牢抓住，并且不自觉地用它来做决定。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Ancla: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hierro que sujeta un barco al fondo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primer precio hace que el segundo parezca barato o caro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Funciona incluso si el primer número sale al azar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Ojo si el número no viene a cuento o es inventado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第一个数字和说它的方式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框架就是呈现一个数据的方式。同一个数据，换一种说法，就会改变我们的选择。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Encuadre: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marco, como el de una foto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«90 % sobreviven» y «10 % mueren» dicen lo mismo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Pero con la primera frase más gente elige operarse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第一个数字和说它的方式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同样的数据，不同的框架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这样说……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……或者这样说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哪个听上去更好？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“瘦肉率75 %的肉”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“含25 %脂肪的肉”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第一个，尽管两者是一样的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“全班75 %的人及格”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“每4个人里有1个不及格”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第一个，尽管两者是一样的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“手术后有90 %的人存活”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“手术中有10 %的人死亡”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第一个：选择它的人更多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幸运转盘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特沃斯基和卡尼曼的实验（1974年）。他们转动一个做了手脚的转盘，它会停在10或65。然后问：“联合国成员国里有百分之多少是非洲国家？”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转盘和这个问题毫无关系，而且所有人都看得出来。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即便如此，看到10的人，典型的回答是25 %。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看到65的人，典型的回答是45 %。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结论：一个随机的数字起了锚的作用，移动了回答。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开头的运动鞋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商店1：“原价180 €。现价90 €。”商店2：“90 €”。它们是同一双运动鞋。（编造的例子。）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“原价180 €”就是锚：它让我觉得90 €是个便宜货。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商店2没有设锚：90 €看上去只是一个价格。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这双运动鞋在两家店里价钱是一样的。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结论：我问自己：“如果我没看到第一个价格，我会愿意付多少？”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案例3 · 两种说法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一位医生解释一种手术：“90 %的人存活。”另一位医生解释同一种手术：“10 %的人死亡。”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数据不同吗？不：每100个人里，90个活着，10个死亡。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但“存活”听上去像希望，而“死亡”听上去像恐惧。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在真实的研究里，听到“90 %存活”的人，更多选择做手术，医生也是一样。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结论：框架。做决定之前，用两种方式把数据都说一遍。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被锚住了吗？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Chen想卖他的二手自行车。定价之前，他在网上看同样的自行车卖多少钱：大约150 €。他定价140 €。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他注意到了第一个数字……这是锚定吗？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看起来是的：一个数字（150 €）决定了他的价格。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但这个数字不是随便得来的：这是同样的自行车真实的价钱。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和真实的价格比较，是在了解情况。锚定是被一个不相关或编造的数字牵着走。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结论：我们用的数字不都是锚。要问：这个数字和我要决定的事有关吗？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锚定：我们听到的第一个数字，会影响我们对后面数字的判断。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框架：说一个数据的方式，会改变我们的选择。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做决定之前，拿掉锚，并用两种方式把数据都说一遍。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