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第47课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过度自信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过度自信就是相信自己知道或做得比真实情况更好。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对付框架效应：决定之前，先用______种方式把数据都说一遍。  （第46课）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锚是把一艘______固定在水底的铁器。  （第46课）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如果一张图片让你情绪很强烈，就要______。  （第35课）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对付框架效应：决定之前，先用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两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种方式把数据都说一遍。  （第46课）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锚是把一艘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固定在水底的铁器。  （第46课）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如果一张图片让你情绪很强烈，就要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怀疑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Iker：“明天的考试我会了。我读过一遍，全都明白。”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你会让他做什么，来知道他是不是真的会了？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比聪明更自信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比聪明更自信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过度自信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这是对自己知道什么、做得有多好，比证据所显示的更有把握。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第3课：感觉有把握，和真正知道，不是一回事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几乎所有人在某个话题上都会这样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在别人身上比在自己身上更容易看出来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比聪明更自信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过度自信的几种形式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形式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自以为比大多数人强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很多司机认为自己开车比大多数人好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计划不留余地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“我一个下午就把活干完”……结果花了三个下午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对一个回答很有把握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“我百分之百知道”……结果答错了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比聪明更自信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邓宁-克鲁格效应，要小心理解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在1999年的一项研究里，在一次测试中做得最差的人，往往认为自己做得比平均水平好。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对某件事知道得少的人，常常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看不到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自己的错误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相反，最好的人对自己的评价还稍微低一点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注意：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它并不是说知道得少的人会以为自己是天才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对此还有争论：一部分可能是统计造成的效应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开头的考试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Iker：“明天的考试我会了。我读过一遍，全都明白。”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只读一遍，会产生“我好像见过”的感觉。这和真正会是两回事。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检验的办法：合上书，不看书把它讲出来。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如果他讲不出来，他的自信就超过了他所知道的。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结论：对付过度自信最好的药，就是考一考自己。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拉链是怎么工作的？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罗曾布利特和凯尔的研究（2002年）。他们问人们是否明白拉链是怎么工作的。然后要求他们一步一步地解释。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在解释之前，很多人给自己打了相当高的分。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一试着一步一步地解释，就卡住了。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后来，他们自己把分数降低了。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结论：我们以为自己懂了一些东西，其实只是“眼熟”。把它们讲出来，就是在考我们。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历史作业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Chen：“这份作业我周日下午做，两个小时。”他总是这么说，而且总是做到夜里。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Chen做计划时，就好像一切都会顺顺利利。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他没有把意外算进去：查资料、电脑出故障、累了。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他知道别的时候用的时间更长，但他没有考虑这一点。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结论：做计划时的过度自信。看看你以前用了多久，并且留出余地。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太有把握了？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Aitor已经注册当了三年的守门员。他说：“课间的点球，我扑得比班上任何人都多。”他每个星期都在证明这一点。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他非常确定自己比大多数人强……这是过度自信吗？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看起来是的：“我比大多数人强”是典型的话。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但我看证据：他训练，而且已经在大家面前证明了很多次。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过度自信是比证据所显示的更有把握。在这里，证据支持他。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结论：有证据的把握不是偏见。也会有相反的错误：以为自己知道得更少。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过度自信就是相信我们知道的比实际知道的多。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对某件事知道得少的人，常常看不到自己的错误。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考一考自己、不看书讲出来、再核对，是最好的药。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