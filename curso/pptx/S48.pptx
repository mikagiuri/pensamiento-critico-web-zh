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第48课 · 第8单元 · 偏见：大脑也会骗人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第8单元的复习和考试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我们来复习偏见：思维捷径、确认、光环效应、锚定、框架和过度自信。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有______的把握不是过度自信。  （第47课）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对某件事了解很少的人，常常______自己的错误。  （第47课）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思维捷径和偏见不是一回事：捷径几乎总是______。  （第43课）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证据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的把握不是过度自信。  （第47课）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对某件事了解很少的人，常常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看不到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自己的错误。  （第47课）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思维捷径和偏见不是一回事：捷径几乎总是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正确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“我表哥是最好的修理工：他长着一副聪明相。而且我知道我是对的，因为我读到的一切都支持我。”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这两句话里你能看出几种偏见？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第8单元的复习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第8单元的复习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认知偏见（第43课）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想法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简单说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思维捷径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快速做决定的方式；大多数时候是对的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认知偏见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会以可预测的方式反复出现的错误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快思考和慢思考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自动的，不费力 / 缓慢的，费力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第8单元的复习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本单元的五种偏见（第44-47课）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确认：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只去找、只去记证明我是对的东西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光环：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只凭一个特点来评判一个人的全部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锚定：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第一个数字不自觉地成了我的参照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框架：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说一个数据的方式改变了我的决定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过度自信：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以为自己知道得比实际多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第8单元的复习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刹住每种偏见的一个问题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偏见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确认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什么会让我改变看法？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光环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除了这个特点，我真正知道什么？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锚定和框架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没有第一个数字呢？反过来说呢？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过度自信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我能不看书把它讲出来吗？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第8单元的复习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第一条原则是你不能欺骗自己，而你恰恰是最容易被欺骗的人。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理查德·费曼，在加州理工学院的演讲（1974）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把一切混在一起的案例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把一切混在一起的案例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买手机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一个男孩看到一款手机“原价600 €，现价350 €”，是他最喜欢的油管博主推荐的。他只读好评，还说：“我很懂手机；这是最划算的购买。”（编造的。）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锚定：“原价600 €”让350 €显得便宜。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光环：他喜欢这位油管博主，所以相信这款手机。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确认：他只读好评。过度自信：“我很懂手机”。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结论：四种偏见同时出现。停一停，比较价格，也去读差评。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把一切混在一起的案例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一切都是偏见吗？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一个女孩几个月前就想要一双运动鞋。她看到“原价100 €，现价60 €”。她查了三家店：它们都卖100 €。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有一个“原价”和一个“现价”……她掉进锚定了吗？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看起来像锚定：“原价100 €”让60 €显得便宜。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但她核对过其他店的真实价格：这次降价是真的。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而且她不是因为优惠才买：她几个月前就想要了。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结论：看到一种手法，并不足以说有偏见。问题是：我是不是用理由在思考？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偏见是会以可预测的方式反复出现的错误；它们通常来自有用的捷径。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确认、光环、锚定、框架和过度自信，我们每个人都会遇到。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要刹住它们：慢慢想、去找相反的东西、考一考自己。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