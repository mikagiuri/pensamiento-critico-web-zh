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第49课 · 第9单元 · 说服和操纵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说服和操纵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说服是给你理由，让你自己做决定；操纵是绕开你的判断，或者隐瞒信息，让你不去思考。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凭一个______就评判整个人，就是光环效应。  （第48课）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要对付过度自信：“我能不看资料就______吗？”  （第48课）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百分比说明每______个里有多少个。  （第37课）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凭一个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特点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就评判整个人，就是光环效应。  （第48课）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要对付过度自信：“我能不看资料就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讲明白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吗？”  （第48课）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百分比说明每</a:t>
            </a:r>
            <a:r>
              <a:rPr sz="2600" b="1">
                <a:solidFill>
                  <a:srgbClr val="1F2A44"/>
                </a:solidFill>
                <a:latin typeface="Nunito Sans"/>
              </a:rPr>
              <a:t>100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个里有多少个。  （第37课）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两条推销同一双运动鞋的信息。A：“重200克，能穿两年。”B：“你所有的朋友都已经有了。你呢？”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哪一条给你理由？哪一条想让你不思考？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说服和操纵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说服和操纵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劝说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劝说就是努力让别人相信或做某件事。可以做得好，也可以做得不好。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Convencer: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dar razones que el otro puede examinar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Manipular: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esquivar su juicio o esconderle información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pregunta: ¿te dejan pensar y ver los datos?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Muchos mensajes mezclan las dos cosas: hay grises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说服和操纵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操纵和说服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操纵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Esconde información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Mete prisa para que no pienses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Usa el miedo para que no pienses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Quiere que no preguntes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说服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Enseña los datos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 deja tiempo para decidir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 razones que puedes comprobar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Acepta tus preguntas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说服和操纵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识别操纵的三个问题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如果答案是“是”……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他们是不是在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催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他们想让我在思考之前就做决定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他们是不是在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隐瞒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什么？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他们不想让我比较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他们是不是只在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煽动我的情绪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他们想让情绪取代理由（第16课）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Dylan的手机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Dylan想要一部新手机。他对爸爸说：“我这部用了5年，电池只能用2小时，修一下几乎和买新的一样贵。”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Dylan想要什么？想让爸爸给他买一部手机。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他是怎么做的？用数据：手机的年限、电池、修理的价格。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他爸爸能核实吗？能：可以看电池，也可以要报价。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结论：Dylan是在努力说服。他给出了理由，也让他爸爸思考。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应用里的一个优惠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“最后机会！有9个人正在看这个优惠。还剩04:59。”它没有说正常价格，也没有说如果等一等会怎样。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他们想要什么？想让我马上买。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他们是怎么做的？用催促（倒计时）和压力（那9个人）。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他们给了我关于产品的理由吗？没有：我不知道它好不好，也不知道它便宜不便宜。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结论：这是操纵。他们想让我在思考之前就做决定。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陷阱案例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陷阱案例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煽动情绪 = 操纵？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一场反校园欺凌的宣传，展示一个女孩在操场上独自吃饭。它给出了真实的数据和一个求助电话。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它让你很激动……那它就是在操纵你吗？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看起来是的：它想让你感到难过和愤怒。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但我把情绪拿掉，剩下的是理由：真实的数据，和一个求助的办法。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它没有催我，也没有隐瞒什么。一条信息可以既打动人，又诚实。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结论：问题不在情绪，而在于用它来代替理由。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劝说就是努力让别人相信或做某件事。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说服是给出理由；操纵是绕开你的判断，或对你隐瞒信息。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打动人不等于操纵。要问：他们是不是在催我、隐瞒什么、只是煽动我的情绪？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