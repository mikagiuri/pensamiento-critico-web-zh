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第50课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广告里的手法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广告可以提供信息，但常常使用紧迫、稀缺、亲切和归属等手法，让我们不经思考就做决定。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说理服人是给出别人可以检验的______。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一条信息可以打动人，同时又很______。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光环是画里圣人头顶的一圈______。  （第45课）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说理服人是给出别人可以检验的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一条信息可以打动人，同时又很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诚实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“只剩3双了！优惠到午夜截止。已有1万多名年轻人拥有它们。”这是一则运动鞋的广告。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三句话里你能看出几个小把戏？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四种手法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广告手法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这是让我们购买的一种手段。很多手法利用思维捷径，就像第8单元里的偏见。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anuncio también puede dar información útil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no hablan del producto: hablan de nosotros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Saber que existen ayuda, pero no nos protege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今天的四种技巧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技巧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紧迫感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用时间催你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“只到午夜为止”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稀缺感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让你以为产品快没了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“仅剩3件”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好感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利用你喜欢的人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一个微笑的足球运动员或一幅有趣的漫画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归属感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许诺让你成为群体的一员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“你所有的朋友都已经有了”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它们为什么有效？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 y escasez: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tenemos miedo a perder una oportunidad.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Simpatía: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nos fiamos más de quien nos cae bien.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Pertenencia: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queremos encajar en el grupo （第28课）.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cuatro pueden hacer que decidas sin pensar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开头的那双运动鞋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“仅剩3双！优惠到午夜截止。已有1万多名年轻人拥有它们。”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“仅剩3双”：稀缺感。他们想让它看起来快卖完了。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“到午夜”：紧迫感。他们不想让你有时间比较。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“1万名年轻人已经有了”：归属感。他们不想让你落在后面。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结论：用了三种技巧，却没有给出任何关于这双鞋的信息。它们好不好？广告没有说。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一则汽水广告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一群朋友在索佩拉纳（Sopelana）的海滩上欢笑。响起一首好记的歌。最后汽水出现了。广告里没有提它的味道，也没有提它的糖分。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它给我看了什么？朋友、笑声和夏天。完全没有产品。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好感：快乐的人让人喜欢。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归属感：汽水看起来就像加入那群朋友的入场券。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结论：他们卖的是一种感觉，而不是一种饮料。看完之后，我对这款汽水了解多少？几乎一无所知。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稀缺感 = 骗人的把戏？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毕尔巴鄂竞技对巴萨的圣马梅斯球场球票：“剩余票数不多”。这是真的：球场座位有限，这类比赛通常会满座。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它说东西快没了……这是想操纵你的稀缺感技巧吗？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看起来是：“剩得不多”是稀缺感的典型说法。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但这里是真的：座位真的会卖完。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真实的稀缺是有用的信息。把戏是虚假的或夸大的稀缺。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结论：光贴上标签是不够的。要问：这是真的吗？我是真的想要吗？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如何保护自己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如何保护自己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三道刹车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购买之前：等一等，去掉把戏，再比较。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es bueno hoy, seguirá siéndolo mañana.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Quita el truco: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queda si borro la prisa y los famosos?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el precio y las opiniones en otro sitio.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紧迫感和稀缺感催你快点，这样你就不会去比较。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好感和归属感利用你喜欢的人和你想融入群体的愿望。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要保护自己：等一等，去掉把戏，再比较。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