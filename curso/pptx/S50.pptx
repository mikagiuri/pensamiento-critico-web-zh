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第50课 · 第9单元 · 说服和操纵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广告里的手法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广告可以提供信息，但常常使用紧迫、稀缺、亲切和归属等手法，让我们不经思考就做决定。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说理服人是给出别人可以检验的______。  （第49课）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一条信息可以打动人，同时又很______。  （第49课）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光环是画里圣人头顶的一圈______。  （第45课）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说理服人是给出别人可以检验的</a:t>
            </a:r>
            <a:r>
              <a:rPr sz="2600" b="1">
                <a:solidFill>
                  <a:srgbClr val="1F2A44"/>
                </a:solidFill>
                <a:latin typeface="Nunito Sans"/>
              </a:rPr>
              <a:t>理由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（第49课）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一条信息可以打动人，同时又很</a:t>
            </a:r>
            <a:r>
              <a:rPr sz="2600" b="1">
                <a:solidFill>
                  <a:srgbClr val="1F2A44"/>
                </a:solidFill>
                <a:latin typeface="Nunito Sans"/>
              </a:rPr>
              <a:t>诚实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（第49课）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光环是画里圣人头顶的一圈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光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（第45课）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“只剩3双了！优惠到午夜截止。已有1万多名年轻人拥有它们。”这是一则运动鞋的广告。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三句话里你能看出几个小把戏？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四种手法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四种手法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广告手法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这是让我们购买的一种手段。很多手法利用思维捷径，就像第8单元里的偏见。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一则广告也可以提供有用的信息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很多广告说的不是产品，而是在说我们自己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知道这些技巧的存在有帮助，但并不能完全保护我们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四种手法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今天的四种技巧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技巧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怎么做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例子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紧迫感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用时间催你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“只到午夜为止”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稀缺感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让你以为产品快没了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“仅剩3件”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好感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利用你喜欢的人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一个微笑的足球运动员或一幅有趣的漫画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归属感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许诺让你成为群体的一员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“你所有的朋友都已经有了”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四种手法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它们为什么有效？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紧迫感和稀缺感：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我们害怕错过机会。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好感：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我们更相信自己喜欢的人。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归属感：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我们想融入群体（第28课）。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这四种技巧都可能让你在没有思考</a:t>
            </a:r>
            <a:r>
              <a:rPr sz="2800" b="1">
                <a:solidFill>
                  <a:srgbClr val="1F2A44"/>
                </a:solidFill>
                <a:latin typeface="Nunito Sans"/>
              </a:rPr>
              <a:t>产品</a:t>
            </a:r>
            <a:r>
              <a:rPr sz="2800" b="0">
                <a:solidFill>
                  <a:srgbClr val="1F2A44"/>
                </a:solidFill>
                <a:latin typeface="Nunito Sans"/>
              </a:rPr>
              <a:t>的情况下就做出决定。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案例1 · 开头的那双运动鞋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“仅剩3双！优惠到午夜截止。已有1万多名年轻人拥有它们。”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“仅剩3双”：稀缺感。他们想让它看起来快卖完了。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“到午夜”：紧迫感。他们不想让你有时间比较。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“1万名年轻人已经有了”：归属感。他们不想让你落在后面。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结论：用了三种技巧，却没有给出任何关于这双鞋的信息。它们好不好？广告没有说。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案例2 · 一则汽水广告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一群朋友在索佩拉纳（Sopelana）的海滩上欢笑。响起一首好记的歌。最后汽水出现了。广告里没有提它的味道，也没有提它的糖分。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它给我看了什么？朋友、笑声和夏天。完全没有产品。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好感：快乐的人让人喜欢。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归属感：汽水看起来就像加入那群朋友的入场券。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结论：他们卖的是一种感觉，而不是一种饮料。看完之后，我对这款汽水了解多少？几乎一无所知。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稀缺感 = 骗人的把戏？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毕尔巴鄂竞技对巴萨的圣马梅斯球场球票：“剩余票数不多”。这是真的：球场座位有限，这类比赛通常会满座。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它说东西快没了……这是想操纵你的稀缺感技巧吗？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看起来是：“剩得不多”是稀缺感的典型说法。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但这里是真的：座位真的会卖完。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真实的稀缺是有用的信息。把戏是虚假的或夸大的稀缺。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结论：光贴上标签是不够的。要问：这是真的吗？我是真的想要吗？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第3部分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如何保护自己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第3部分 · 如何保护自己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三道刹车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购买之前：等一等，去掉把戏，再比较。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等一等：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如果今天它是好的，明天也还会是好的。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去掉把戏：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如果我把催促和名人都去掉，还剩下什么？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比较：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到别的地方看看价格和评价。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紧迫感和稀缺感催你快点，这样你就不会去比较。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好感和归属感利用你喜欢的人和你想融入群体的愿望。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要保护自己：等一等，去掉把戏，再比较。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