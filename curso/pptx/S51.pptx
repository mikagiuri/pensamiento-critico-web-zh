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第51课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网红与隐形广告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网红可以推荐，也可以卖货；隐形广告隐藏了它是广告这一点，并把真实感当作产品来用。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______利用你喜欢的人。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买之前：等一等，识破花招，再______。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和总体不相像的样本是______的。  （第39课）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好感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利用你喜欢的人。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买之前：等一等，识破花招，再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比较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有偏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（第39课）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一位游戏博主说：“这个鼠标改变了我的生活。我所有的比赛都用它。”视频最后有一个折扣码。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这是推荐还是广告？你怎么判断？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推荐与卖货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推荐与卖货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网红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在社交网络上有很多粉丝、能影响别人买什么或想什么的人。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Recomendar: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 cuenta lo que le gusta, sin acuerdo con la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Vender: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marca le paga, o le da algo, por enseñarlo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simple vista, muchas veces no se ve la diferencia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推荐与卖货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隐形广告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这是伪装成个人意见的广告：它不会说明品牌付了钱或送了东西。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Parece el consejo de un amigo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bajamos la guardia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España, la publicidad debe identificarse como publicidad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推荐与卖货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如何识别社交网络上的广告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在西班牙，广告不能隐藏。常见的提示方式：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Etiquetas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bien visibles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palabra «publicidad» en el mensaje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etiqueta de la propia red: «colaboración pagada»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código de descuento suele indicar un acuerdo con la marca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开头的那个鼠标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“这个鼠标改变了我的生活。我所有的比赛都用它。”最后有一个折扣码。没有写 #publi。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他说了什么？他说这个鼠标改变了他的生活。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有生意的线索吗？有：折扣码通常说明与品牌有合作。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他标明这是广告了吗？没有：既没有 #publi，也没有“广告”这个词。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结论：我不把他的意见当作朋友的意见。我去找不收钱的人做的分析。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把真实感当作产品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陈（Chen）关注了一位看起来像她朋友的女主播：她讲自己的烦恼，回复评论，还说“你们是我的家人”。后来她开始推广能量饮料。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为什么有效？陈像相信朋友一样相信她。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品牌买下的正是这份信任：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真实感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（看起来自然、真诚）是可以卖的。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即使写上了 #publi，好感（第50课）依然在起作用。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结论：我可以关注她，同时把这条广告当作广告来看。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“他们没给我付钱”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一个品牌送给一位抖音博主一双运动鞋。她展示了鞋，并说：“这不是广告：他们没给我付钱。”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她不收钱……那这就是没有利益关系的推荐吗？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看起来是这样：她没有收到钱。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但她从品牌那里得到了东西。礼物、旅行或折扣码同样会产生利益关系。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她的意见可能是真诚的，但不是一个什么好处都没有的人的意见。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结论：不要只看钱。要问：她和品牌有没有什么协议或利益关系？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网红可以不带利益地推荐，也可以因为品牌付钱或送东西而卖货。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隐形广告隐藏了它是广告这一点；在西班牙必须标明，例如用 #publi。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网红给人的亲近感也是一种产品：品牌买下的是他的真实感。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