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第52课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让人上瘾的设计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很多应用和游戏被设计成让你很难停下来：无限滚动、通知和战利品箱。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在西班牙，广告必须______是广告，比如用 #publi。  （第51课）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品牌送给网红的礼物，即使没有钱，也会产生一种______。  （第51课）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邓宁-克鲁格效应并不是说，懂得少的人会认为自己是个______。  （第47课）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在西班牙，广告必须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标明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是广告，比如用 #publi。  （第51课）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品牌送给网红的礼物，即使没有钱，也会产生一种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利益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邓宁-克鲁格效应并不是说，懂得少的人会认为自己是个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天才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雅斯敏（Yasmin）睡前打开抖音“看一会儿”。等她看时间时，已经过去一个半小时了。她并没有决定要待这么久：只是没有停下来。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这一个半小时是谁决定的：雅斯敏还是应用？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被设计成让你上瘾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被设计成让你上瘾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让人上瘾的设计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就是把应用或游戏设计成让你在里面待尽可能长的时间。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Tu tiempo y tu atención son su negocio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Más tiempo mirando = más anuncios vistos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casualidad: lo prueban y lo miden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被设计成让你上瘾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三个设计把戏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怎么起作用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它夺走你什么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无限滚动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内容永远没有尽头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停下来的时机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通知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提醒叫你回来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专注力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战利品箱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你不知道会抽到什么奖品就要付钱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金钱和控制权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被设计成让你上瘾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可变奖励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如果奖励有时会来、你又不知道什么时候来，你就会一直试下去。老虎机（赌博机器）用的是同样的原理。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vídeo puede ser el bueno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caja puede traer la skin rara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cuesta tanto parar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雅斯敏的一个半小时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雅斯敏睡前打开抖音“看一会儿”，结果待了一个半小时。她并没有决定留下来：只是没有停下来。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无限滚动：始终没有出现结尾，没有一个自然的停下来的时机。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可变奖励：下一个视频可能特别好看。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雅斯敏决定了打开应用，但没有决定待这么久。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结论：这种设计让她很容易继续、很难停下。刹车：开始之前先设定时间限制。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艾托尔（Aitor）的卡包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艾托尔玩一款足球电子游戏。他用真钱买球员卡包。一个月里，他花了60欧元，想抽到一个一直抽不到的球员。（虚构的。）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卡包就是战利品箱：他不知道会抽到什么就要付钱。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可变奖励：“下一个卡包可能就是好的”。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它很像赌博：你投钱，由运气决定奖品。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结论：游戏卖给他的不是一个球员，而是希望。刹车：设定花钱上限（或者一分不花）。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所有让人入迷的东西都是把戏吗？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艾托尔在读一本悬疑小说。每一章都在悬念中结束，他很难放下：一直读到十一点。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他入了迷、很难停下……这和无限滚动是一回事吗？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看起来一样：他入了迷，不想停。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但书不会盯着他，不会给他发提醒，而且它有结尾。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特别享受一件事并不是坏事。问题是一种夺走你停下来的时机的设计。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结论：问题不是“它让人入迷吗？”，而是“什么时候停是我自己决定吗？”而且睡觉也算数。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夺回控制权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夺回控制权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有用的刹车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Quitar las notificaciones que no sean de personas.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Poner un límite de tiempo en el móvil.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Dejar el móvil fuera de la habitación al dormir.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Preguntarme: «¿he decidido yo seguir?»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很多应用被设计成让你在里面待尽可能长的时间。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无限滚动、通知和战利品箱夺走了你停下来的时机。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可变奖励像老虎机一样让人上瘾：下一个可能就是好的。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