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第53课 · 第9单元 · 说服和操纵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算法与信息茧房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算法根据什么让你上瘾来选择你看到的内容；再加上你自己的选择，它可能把你关进一个茧房里。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如果奖励有时会来、你又不知道什么时候来，那就是______奖励。  （第52课）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让人上瘾的设计想让你在应用上花尽可能多的______。  （第52课）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______是有人讲的一个单独的例子。  （第41课）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如果奖励有时会来、你又不知道什么时候来，那就是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可变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奖励。  （第52课）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让人上瘾的设计想让你在应用上花尽可能多的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时间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（第52课）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个例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是有人讲的一个单独的例子。  （第41课）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伊克尔和他的妹妹同时在油管上搜索“毕尔巴鄂竞技”。伊克尔看到的是进球集锦。她看到的是采访和女子足球。关键词是一样的。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为什么他们看到的东西不同？是谁决定的？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谁决定你看到什么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谁决定你看到什么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算法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是计算机遵循的一串指令。在社交网络上，它决定给你看什么、按什么顺序看。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Mira qué ves, cuánto tiempo y qué te gusta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Te enseña más de lo que te engancha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busca la verdad: busca, sobre todo, que sigas mirando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谁决定你看到什么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过滤气泡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是指算法主要给你看你已经喜欢或已经认同的东西这一想法。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Idea que hizo famosa el activista Eli Pariser en 2011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Desde dentro no se ve: parece que el mundo es así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junta con el sesgo de confirmación （第44课）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Ojo: muchos estudios la ven menos cerrada de lo que se temía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谁决定你看到什么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我的屏幕和世界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我在茧房里的想法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«Todo el mundo piensa como yo»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«Solo hay una forma de verlo»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«Lo que no me sale no existe»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真正的情况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Hay mucha gente que piensa distinto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Cada persona ve una pantalla diferente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Hay mucho que el algoritmo no me enseña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伊克尔和他的妹妹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两人都在油管上搜索“毕尔巴鄂竞技”。伊克尔看到的是进球集锦。他的妹妹看到的是采访和女子足球。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算法会记住每个人以前看过什么。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它给伊克尔看进球，因为这是他看得最多的。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他们两个人看到的都不是“那个”油管：每个人看到的是自己的油管。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结论：你看到的并不是全部。那是为你做出的一种挑选。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吵架视频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蕾蕾（Leire）看了两个人们吵架的视频。第二天，她看到了更多吵架的视频。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算法发现这些视频让她一直在看。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它就给她看更多同类的内容：愤怒往往让人上瘾。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蕾蕾最后可能会以为所有人都在生气。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结论：算法想让她继续看下去。蕾蕾看到的是一种挑选，而不是世界。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都是算法的错吗？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迪伦（Dylan）：“我陷在茧房里都怪抖音。”可是他只关注想法和他一样的账号，还屏蔽了其他人。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他的茧房是算法造成的吗？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算法有影响：它给他看更多他已经在看的内容。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但大部分是他自己造成的：他关注谁、屏蔽谁。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很多研究说，我们自己的选择分量很重，有时比算法更大。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结论：茧房不只是机器造成的。走出茧房也取决于我。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走出茧房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走出茧房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四种走出来的方法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Buscar yo lo que quiero ver, no solo mirar lo que me sale.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Seguir fuentes que piensen distinto.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Pulsar «no me interesa» en lo que no quiero ver.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Recordar: mi pantalla no es el mundo.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算法决定网络给你看什么、按什么顺序看。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它主要给你看让你上瘾的东西，不一定是真实的东西。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茧房是算法和你的选择共同造成的：你的屏幕不是世界。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