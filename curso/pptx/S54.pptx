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第54课 · 第9单元 · 说服和操纵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第9单元复习与测验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我们复习别人是怎样试图说服我们的：操纵、广告技巧、网红、让人上瘾的设计和算法。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面对算法，记住：我的______不等于世界。  （第53课）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算法会多给你看那些让你______的东西。  （第53课）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打动人不等于操纵：问题在于用情绪来______理由。  （第49课）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面对算法，记住：我的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屏幕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不等于世界。  （第53课）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算法会多给你看那些让你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上瘾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的东西。  （第53课）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打动人不等于操纵：问题在于用情绪来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代替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理由。  （第49课）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普通的一天：一个“仅限今天”的优惠、一个带折扣码的网红、一条通知、一个接一个的视频。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在到学校之前，有多少次有人想说服你？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第9单元复习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第9单元复习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第49课 · 说服与操纵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操纵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Esquiva tu juicio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Mete prisa y esconde datos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Usa la emoción en lugar de razones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说服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Te deja tiempo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Puedes comprobarlo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 emocionar y ser honesto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第9单元复习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第50课 · 广告技巧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技巧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怎么做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紧迫感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用时间催你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“只到午夜为止”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稀缺感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让你以为快没了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“仅剩3件”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好感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利用你喜欢的人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一个微笑的足球运动员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归属感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许诺让你成为群体的一员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“所有人都已经有了”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第9单元复习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第51课 · 网红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Recomendar no es vender: ¿le paga o le regala algo una marca?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Publicidad encubierta: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 anuncio disfrazado de opinión personal.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 no se puede esconder: se avisa con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#publi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«publicidad».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marca compra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autenticidad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del influencer.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第9单元复习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第52课 · 让人上瘾的设计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怎么做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无限滚动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夺走你停下来的时机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通知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提醒叫你回来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战利品箱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你不知道会得到什么就要付钱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可变奖励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“下一个可能就是好的”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第9单元复习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第53课 · 算法与信息茧房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算法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主要给你看让你上瘾的东西。在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过滤气泡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里，你最终只会看到自己已经认同的东西。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busca la verdad: busca que sigas mirando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burbuja también la hacen mis elecciones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 pantalla no es el mundo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综合了多种想法的案例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综合了多种想法的案例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· 全部混在一起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一位女主播没有写 #publi 就推广一款游戏：“今天免费开箱！仅限24小时。”那天，算法把她的视频推给你十次。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网红没有标明这是广告：可能是隐形广告。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“仅限24小时”：紧迫感。开箱：可变奖励。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算法重复推这个视频，是因为它让人上瘾，而不是因为这款游戏好。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结论：把戏很多，理由很少。我先等一等，去找 #publi，再做比较。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综合了多种想法的案例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所有广告都是操纵吗？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一位网红把 #publi 标得清清楚楚。她展示了一副耳机，说出价格，还说了自己不喜欢的地方：电池不耐用。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这是付费广告……那她就是在操纵你吗？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这是广告，没错：有品牌付钱给她。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但她说得很清楚，给出了数据，也说了缺点。她没有催我。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说服就是给出我可以核实的理由。她做的就是这个。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结论：诚实的广告不是操纵。我把它当作广告来看，由我自己来决定。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说服给出理由；操纵绕开你的判断或隐藏信息。打动人不是操纵。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广告、网红和应用的设计都会用把戏，让你很快做出决定。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算法选择你看到的内容：你的屏幕不是世界。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不看笔记。在每个答案旁边标出“确定”或“不确定”。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