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第55课 · 第10单元 · 自己思考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自主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自主就是用自己的理由来做决定；自己思考不等于独自思考，而是倾听别人，然后由你自己来判断。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广告里的紧迫感会用时间______你。  （第54课）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社交网络的算法不追求______：它只想让你一直看下去。  （第54课）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思维捷径和偏见不是一回事：捷径几乎总是______。  （第43课）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广告里的紧迫感会用时间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催促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你。  （第54课）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社交网络的算法不追求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真的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：它只想让你一直看下去。  （第54课）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思维捷径和偏见不是一回事：捷径几乎总是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正确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凯文剪了和他最喜欢的油管博主一样的发型，用他的口头禅，在所有事情上都和他想法一样。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凯文是自己在思考吗？你怎么判断？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什么是自主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什么是自主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自主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就是给自己定规矩：用你能解释清楚的理由来决定相信什么、做什么。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来自希腊语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autós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（自己）和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nómos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（法律、规范）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反面：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他律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，即由别人或你的冲动替你做决定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不是想干什么就干什么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是一点一点学会的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什么是自主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自己思考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一个人想，不听任何人的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总是唱反调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一切都从零开始自己发明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不理会专家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倾听别人，并要求对方给出理由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由我根据这些理由来决定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能够解释我为什么相信某件事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有更好的理由时就改变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什么是自主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Sapere aude！要有勇气运用你自己的理智！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伊曼努尔·康德，《回答这个问题：什么是启蒙？》（1784年）。Sapere aude：“敢于求知”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凯文和他喜欢的油管博主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凯文在所有事情上都和他最喜欢的油管博主想法一样：音乐、政治、电子游戏、食物。别人问他为什么，他说：“他说的。”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他的观点从哪里来？全都来自同一个人。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他能解释自己为什么有这些观点吗？不能：只有“他说的”。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崇拜一个人没有问题。问题是没有让任何东西经过自己的筛选。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结论：在这些事上，凯文不是自己在思考。是别人替他做决定：他律。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迈亚伦（Maialen）和医生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迈亚伦咳嗽。医生给她开了一种糖浆，迈亚伦就吃了。她是不是不再自己思考了？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迈亚伦不懂医学；医生懂（第26课）。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没有人能把一切都查证一遍：相信某个领域的专家是一个好理由。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康德批评的是另一件事：因为懒惰或害怕，总是让别人替你思考。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结论：是她自己决定的，而且有好的理由。自主不等于什么都自己做。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和别人想的一样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奥马尔关注一位科学油管博主。他会去找其他来源，比较理由……最后几乎总是和他想的一样。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他和他的油管博主想的一样，就像凯文一样。他也不是自主的吗？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看起来和凯文一样：观点和他的油管博主一模一样。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但奥马尔会比较来源，也能解释自己的理由。如果理由不能说服他，他就会表示不同意。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和某人观点一致不等于依赖他。重要的是你是怎样得出这个想法的。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结论：自主不是看想得不一样，而是看你是不是用自己的理由来决定。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与第9单元的联系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与第9单元的联系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谁在拉着我们走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在第9单元里，我们看到了一些会在我们不知不觉中替我们做决定的东西：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广告和它的技巧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网红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让人上瘾的应用和算法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群体：“所有人都这么做”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自主就是用你自己的理由来决定相信什么、做什么。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自己思考不等于一个人思考：我先听别人的，然后由我来判断。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反面是他律：由别人替你做决定，往往你自己还没有察觉。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