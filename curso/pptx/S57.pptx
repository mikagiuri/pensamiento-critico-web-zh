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第57课 · 第10单元 · 自己思考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改变主意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因为有好的理由而改变主意不容易，但这是一种美德：这说明你在思考，而不是你输了。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AI可能______十足地出错：说对的时候和说错的时候听起来一样。  （第56课）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聊天AI是靠______来写作的：一个词一个词地判断接下来最可能出现什么。  （第56课）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光环是画里圣人头顶的一圈______。  （第45课）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AI可能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自信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十足地出错：说对的时候和说错的时候听起来一样。  （第56课）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聊天AI是靠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预测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来写作的：一个词一个词地判断接下来最可能出现什么。  （第56课）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光环是画里圣人头顶的一圈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光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（第45课）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迪伦在WhatsApp群里说某个球员糟糕透了。后来他看到了这名球员本赛季的数据：他是最好的球员之一。他什么也没说。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你认为他为什么没有承认？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为什么这么难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为什么这么难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改变主意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就是当出现比你原有理由更好的理由时，放下一个想法。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rendirse: es aprender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Ya lo vimos en la 第1课: el pensador crítico cambia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Mantener una idea con buenas razones también es pensar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为什么这么难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为什么这么难？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Orgullo: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parece que pierdo o que quedo mal.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Sesgo de confirmación: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busco solo lo que me da la razón （第44课）.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Grupo: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mis amigos piensan lo mismo.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Costumbre: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llevo mucho tiempo creyéndolo.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为什么这么难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两种改变的方式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没有理由的改变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 presión del grupo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 lo último que he oído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quedar bien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有理由的改变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Porque hay datos nuevos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Porque el otro argumento es mejor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Porque descubro un error mío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迪伦和那个球员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迪伦说一个球员糟糕透了，因为他看到这个球员在一场比赛里失误。后来他看到了这名球员整个赛季的数据：他是最好的球员之一。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最初的看法：“他糟糕透了。”理由：一场踢得不好的比赛。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新的理由：整个赛季的数据。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哪个分量更重？整个赛季：一个个别的例子不能证明整体（第41课）。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结论：合理的做法是改变看法。只要说一句：“好吧，我错了。”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雅斯敏，风向标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雅斯敏认为穿校服是个好主意。她听了一位朋友的话，就持相反的看法。她听了另一位朋友的话，又改了回来。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她是因为理由而改变的吗？她解释不出自己为什么改变。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她根据最后一个说话的人来改变。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这不是思考：这是像风向标一样（随风转动的装置）。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结论：只有当我是因为理由而改变时，改变主意才是一种美德。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一个固执的人？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蕾蕾说考试作弊不对。她的朋友们坚持说：“改变主意吧，别那么固执。不是说能改变才是聪明人吗？”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改变主意是一种美德。蕾蕾应该改变吗？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他们给了她新的理由吗？没有：只有压力和一个标签：“固执”。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改变本身并不好：要看你为什么改变。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如果她的理由依然很好，坚持它们是前后一致，而不是固执。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结论：美德不是多多改变，而是倾听理由，只有理由更好时才改变。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改变而不丢面子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改变而不丢面子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改变主意的说法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改变主意可以说得不失去任何东西。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«No lo había pensado así.»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«En eso tienes razón.»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«Con esos datos, cambio de opinión.»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改变主意就是当出现更好的理由时放下一个想法。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它之所以难，是因为自尊、确认偏见、群体和习惯。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如果是因为理由而改变，它就是一种美德；坚持一个有充分理由的想法同样也是美德。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