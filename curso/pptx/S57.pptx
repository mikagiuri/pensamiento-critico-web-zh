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第57课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改变主意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因为有好的理由而改变主意不容易，但这是一种美德：这说明你在思考，而不是你输了。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AI可能______十足地出错：说对的时候和说错的时候听起来一样。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聊天AI是靠______来写作的：一个词一个词地判断接下来最可能出现什么。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光环是画里圣人头顶的一圈______。  （第45课）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AI可能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自信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十足地出错：说对的时候和说错的时候听起来一样。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聊天AI是靠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预测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来写作的：一个词一个词地判断接下来最可能出现什么。  （第56课）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光环是画里圣人头顶的一圈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一个男孩在WhatsApp群里说某个球员糟糕透了。后来他看到了这名球员本赛季的数据：他是最好的球员之一。他什么也没说。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你认为他为什么没有承认？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为什么这么难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改变主意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就是当出现比你原有理由更好的理由时，放下一个想法。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这不是认输：而是学习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我们在第1课已经看到：批判性思考的人会改变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带着好的理由坚持一个想法，也是在思考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为什么这么难？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自尊：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好像是我输了，或者丢了面子。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确认偏见：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我只找能证明我对的东西（第44课）。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群体：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我的朋友们想法都一样。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习惯：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我已经这样相信很久了。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为什么这么难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两种改变的方式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没有理由的改变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因为群体的压力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因为刚刚听到的最后一句话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为了讨好别人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有理由的改变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因为有了新的数据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因为对方的论证更好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因为我发现了自己的错误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一个男孩和那个球员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一个男孩说一个球员糟糕透了，因为他看到这个球员在一场比赛里失误。后来他看到了这名球员整个赛季的数据：他是最好的球员之一。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最初的看法：“他糟糕透了。”理由：一场踢得不好的比赛。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新的理由：整个赛季的数据。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哪个分量更重？整个赛季：一个个别的例子不能证明整体（第41课）。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结论：合理的做法是改变看法。只要说一句：“好吧，我错了。”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一个女孩，风向标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一个女孩认为穿校服是个好主意。她听了一位朋友的话，就持相反的看法。她听了另一位朋友的话，又改了回来。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她是因为理由而改变的吗？她解释不出自己为什么改变。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她根据最后一个说话的人来改变。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这不是思考：这是像风向标一样（随风转动的装置）。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结论：只有当我是因为理由而改变时，改变主意才是一种美德。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一个固执的人？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一个女孩说考试作弊不对。她的朋友们坚持说：“改变主意吧，别那么固执。不是说能改变才是聪明人吗？”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改变主意是一种美德。这个女孩应该改变吗？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他们给了她新的理由吗？没有：只有压力和一个标签：“固执”。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改变本身并不好：要看你为什么改变。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如果她的理由依然很好，坚持它们是前后一致，而不是固执。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结论：美德不是多多改变，而是倾听理由，只有理由更好时才改变。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改变而不丢面子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改变而不丢面子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改变主意的说法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改变主意可以说得不失去任何东西。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“我以前没有这样想过。”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“这一点你说得对。”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“有了这些数据，我改变看法。”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改变主意就是当出现更好的理由时放下一个想法。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它之所以难，是因为自尊、确认偏见、群体和习惯。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如果是因为理由而改变，它就是一种美德；坚持一个有充分理由的想法同样也是美德。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