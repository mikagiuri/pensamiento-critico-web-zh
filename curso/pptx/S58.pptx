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第58课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先理解，再批评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在批评一个想法之前，要先用它最合理的说法来理解它：这就是善意原则。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只有当我是因为______而改变时，改变主意才是美德。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因为好理由而改变主意不是认输：而是______。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社交网络的算法不追求______：它主要追求让你一直看下去。  （第53课）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只有当我是因为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而改变时，改变主意才是美德。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因为好理由而改变主意不是认输：而是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学习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：它主要追求让你一直看下去。  （第53课）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娜亚拉说：“教室里应该禁止手机。”艾托尔回答：“也就是说，你想回到石器时代。”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艾托尔理解娜亚拉想说的意思了吗？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善意原则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善意原则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善意原则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就是在批评之前，先用最合理的说法来理解对方的想法。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Aquí «caridad» significa generosidad al interpretar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contrario del hombre de paja （第15课）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darle la razón: es entenderle bien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善意原则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稻草人与善意原则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稻草人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善意原则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我怎么处理这个想法？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我把它歪曲，让它显得很蠢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我用它最好的说法来理解它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我批评的是什么？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一个没有人说过的想法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对方真正的想法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我得到了什么？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轻松取胜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一场有意义的讨论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善意原则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三步怎么用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Repite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idea con tus palabras: «¿Quieres decir que…?»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Busca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 mejor razón: ¿por qué lo piensa?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Critica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después, si sigues sin estar de acuerdo.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娜亚拉和手机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娜亚拉：“教室里应该禁止手机。”艾托尔：“也就是说，你想回到石器时代。”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艾托尔歪曲了这个想法：没有人说过“回到石器时代”。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第1步，重述：“你是想说手机会在课堂上让人分心吗？”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第2步，他最好的理由：手机放在桌上，很难集中注意力。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结论：现在他才可以批评了：“如果课上需要用它查点东西呢？”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油管上的一条评论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有人说：“电子游戏没有人们说的那么糟。”另一个人回答：“当然，让孩子们一天玩12个小时。”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第一个人说了什么？说它们没那么糟。他根本没有提12个小时。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他最合理的说法：适度地玩没有那么糟。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这个回答攻击了一个没有人说过的想法：稻草人。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结论：带着善意，才是讨论真正的想法，对话才会向前。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稻草人？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伊克尔写道：“所有玩游戏机的人都是懒鬼。”蕾蕾回答：“也就是说，玩游戏机还拿优秀成绩的陈是个懒鬼。”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蕾蕾把伊克尔的想法推到了极端的例子上。这是稻草人吗？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伊克尔说了什么？“所有”。蕾蕾没有改变他的话。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她推出了他的话所导致的结果：这是反例（第11课），不是歪曲。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带着善意，她可以问：“你是说所有人还是一部分人？”但她不能编造另一个想法。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结论：批评对方真正说过的话不是稻草人，即使这会让对方难堪。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善意是什么，不是什么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Darle la razón en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de criticar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Hacerse el simpático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Entender bien antes de responder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la mejor versión de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Tratar al otro como alguien que razona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善意原则就是用最合理的说法来理解对方的想法。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它和稻草人正相反，稻草人是为了轻松取胜而歪曲想法。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我先重述这个想法，再寻找它最好的理由，然后才批评。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