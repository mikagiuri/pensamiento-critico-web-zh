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第58课 · 第10单元 · 自己思考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先理解，再批评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在批评一个想法之前，要先用它最合理的说法来理解它：这就是善意原则。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只有当我是因为______而改变时，改变主意才是美德。  （第57课）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因为好理由而改变主意不是认输：而是______。  （第57课）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社交网络的算法不追求______：它主要追求让你一直看下去。  （第53课）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只有当我是因为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理由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而改变时，改变主意才是美德。  （第57课）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因为好理由而改变主意不是认输：而是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学习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（第57课）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社交网络的算法不追求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真的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：它主要追求让你一直看下去。  （第53课）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一个女孩说：“教室里应该禁止手机。”一个男孩回答：“也就是说，你想回到石器时代。”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这个男孩理解这个女孩想说的意思了吗？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善意原则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善意原则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善意原则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就是在批评之前，先用最合理的说法来理解对方的想法。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这里的“善意”是指在解释时要宽容大度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它和稻草人（第15课）正相反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这不是认同对方：而是好好地理解他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善意原则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稻草人与善意原则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问题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稻草人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善意原则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我怎么处理这个想法？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我把它歪曲，让它显得很蠢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我用它最好的说法来理解它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我批评的是什么？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一个没有人说过的想法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对方真正的想法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我得到了什么？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轻松取胜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一场有意义的讨论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善意原则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三步怎么用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1. 重述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这个想法，用你自己的话：“你是想说……吗？”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2. 寻找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他最好的理由：他为什么这样想？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3. 然后批评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，如果你仍然不同意。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一个女孩和手机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一个女孩：“教室里应该禁止手机。”一个男孩：“也就是说，你想回到石器时代。”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这个男孩歪曲了这个想法：没有人说过“回到石器时代”。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第1步，重述：“你是想说手机会在课堂上让人分心吗？”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第2步，他最好的理由：手机放在桌上，很难集中注意力。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结论：现在他才可以批评了：“如果课上需要用它查点东西呢？”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油管上的一条评论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有人说：“电子游戏没有人们说的那么糟。”另一个人回答：“当然，让孩子们一天玩12个小时。”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第一个人说了什么？说它们没那么糟。他根本没有提12个小时。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他最合理的说法：适度地玩没有那么糟。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这个回答攻击了一个没有人说过的想法：稻草人。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结论：带着善意，才是讨论真正的想法，对话才会向前。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稻草人？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一个男孩写道：“所有玩游戏机的人都是懒鬼。”一个女孩回答：“也就是说，玩游戏机还拿优秀成绩的一个同学是个懒鬼。”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这个女孩把这个男孩的想法推到了极端的例子上。这是稻草人吗？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这个男孩说了什么？“所有”。这个女孩没有改变他的话。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她推出了他的话所导致的结果：这是反例（第11课），不是歪曲。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带着善意，她可以问：“你是说所有人还是一部分人？”但她不能编造另一个想法。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结论：批评对方真正说过的话不是稻草人，即使这会让对方难堪。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典型的错误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典型的错误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善意是什么，不是什么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不是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对方说什么都同意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不再批评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装作很友好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回应之前先好好理解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批评这个想法最好的说法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把对方当作一个讲道理的人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善意原则就是用最合理的说法来理解对方的想法。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它和稻草人正相反，稻草人是为了轻松取胜而歪曲想法。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我先重述这个想法，再寻找它最好的理由，然后才批评。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