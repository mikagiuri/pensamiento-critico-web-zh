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第59课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最后的案例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分析一则广告或一条新闻，要用上整个学年学到的东西：它说了什么，给出了什么理由，是谁说的，用了什么把戏。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善意就是把对方当作一个会______的人。  （第58课）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善意原则，第1步：用你自己的话______对方的想法。  （第58课）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邓宁-克鲁格效应并不是说，懂得少的人会认为自己是个______。  （第47课）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善意就是把对方当作一个会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讲理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的人。  （第58课）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善意原则，第1步：用你自己的话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反复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对方的想法。  （第58课）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邓宁-克鲁格效应并不是说，懂得少的人会认为自己是个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天才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今天没有新的理论。有一则虚构的广告，和整个学年的所有工具。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你首先会问什么问题？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广告和方法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广告和方法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广告（虚构的）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“VITAFOCUS：让你取得更好成绩的饮料。一项研究证明它能使记忆力提高40%。”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一位穿白大褂的著名油管博主出场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“10个学生里有9个已经在喝”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“仅限本周：买一送一”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没有出现 #publi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广告和方法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整个学年的五个问题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他们要我相信什么？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（第1、2单元）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他们给出了什么理由？这些理由好吗？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（第2、3、4单元）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是谁说的？他能得到什么？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（第5、6单元）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数字真的像看起来那样吗？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（第7单元）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他们用了什么把戏和偏见？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（第8、9单元）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一步一步分析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一步一步分析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第1步 · 他们要我相信什么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“一项研究证明VITAFOCUS能使记忆力提高40%。这是让你取得更好成绩的饮料。”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他们要我相信：如果我喝VITAFOCUS，我就能取得更好的成绩。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理由：“一项研究”。是真的吗？我无法核实：他们没有说是哪一项，也没有说是谁做的。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这够吗？记忆力更好不等于成绩更好。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结论：这个理由没有经过核实，而且也不足以推出这个结论。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一步一步分析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第2步 · 是谁说的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一位穿白大褂的著名油管博主推荐这款饮料。没有出现 #publi。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白大褂并不会让他成为专家：因此而相信他就是权威谬误（第27课）。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好感：我们喜欢他，于是放松了戒心（第50课）。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 #publi：可能是隐形广告（第51课）。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结论：他的意见不是证据，而且他可能是收了钱才说的。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一步一步分析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第3步 · 数字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“记忆力提高40%。”“10个学生里有9个已经在喝。”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比什么多40%？是怎么测量的？没有这些数据，这个数字什么也说明不了（第37课）。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10个里的9个是谁的？他们问了多少人？（第39课）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即使是真的，很多人在喝也不能证明它有效：诉诸大众（第28课）。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结论：数字听起来不错，但没有来源，也没有样本。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一步一步分析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第4步 · 把戏与结论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“仅限本周：买一送一。”此外，这则广告每天在手机上出现十次。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紧迫感：“仅限本周”，是为了不让我去比较。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看到十次并不会让它变成真的：重复只会让它变得熟悉。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它是说服还是操纵？是操纵：催促、名人，还有没有来源的数字。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结论：我没有理由相信它。睡好觉和好好学习才是有证据的。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小心别过头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小心别过头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另一件白大褂，另一种情绪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虚构的宣传活动：一位急诊科女医生在医院里站在一个受伤的男孩旁边说话。“骑自行车要戴头盔：摔倒时保护你的头。”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情绪和白大褂，和 VITAFOCUS 一样。它也是在操纵吗？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它确实打动人，也出现了白大褂，和 VITAFOCUS 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但她懂这方面的知识，而且研究表明头盔能减少头部受伤。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情绪陪伴着一个可以核实的理由；它没有取代理由（第16课）。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结论：情绪或权威本身并不是陷阱。要看下面有没有理由。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首先：他们要我相信什么，给出了什么理由？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然后：是谁说的，他能得到什么，数字是从哪里来的？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最后：他们用了什么把戏？还要注意：情绪或权威本身并不是陷阱。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