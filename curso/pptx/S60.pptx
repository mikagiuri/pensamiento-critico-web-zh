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批判性思维 · 第60课 · 第10单元 · 自己思考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学年总复习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我们复习整个学年用来推理、获取信息和自己做决定的工具。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在你的练习单上写出缺少的词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面对一则广告，第一个问题是：他们要我______什么？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面对“10个学生里有9个”，我会问：他们问了______？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自主就是给自己制定______。  （第55课）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用另一种颜色订正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面对一则广告，第一个问题是：他们要我</a:t>
            </a:r>
            <a:r>
              <a:rPr sz="2600" b="1">
                <a:solidFill>
                  <a:srgbClr val="1F2A44"/>
                </a:solidFill>
                <a:latin typeface="Nunito Sans"/>
              </a:rPr>
              <a:t>相信</a:t>
            </a:r>
            <a:r>
              <a:rPr sz="2600" b="0">
                <a:solidFill>
                  <a:srgbClr val="1F2A44"/>
                </a:solidFill>
                <a:latin typeface="Nunito Sans"/>
              </a:rPr>
              <a:t>什么？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面对“10个学生里有9个”，我会问：他们问了</a:t>
            </a:r>
            <a:r>
              <a:rPr sz="2600" b="1">
                <a:solidFill>
                  <a:srgbClr val="1F2A44"/>
                </a:solidFill>
                <a:latin typeface="Nunito Sans"/>
              </a:rPr>
              <a:t>多少</a:t>
            </a:r>
            <a:r>
              <a:rPr sz="2600" b="0">
                <a:solidFill>
                  <a:srgbClr val="1F2A44"/>
                </a:solidFill>
                <a:latin typeface="Nunito Sans"/>
              </a:rPr>
              <a:t>？  （第59课）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自主就是给自己制定</a:t>
            </a:r>
            <a:r>
              <a:rPr sz="2600" b="1">
                <a:solidFill>
                  <a:srgbClr val="1F2A44"/>
                </a:solidFill>
                <a:latin typeface="Nunito Sans"/>
              </a:rPr>
              <a:t>规范</a:t>
            </a:r>
            <a:r>
              <a:rPr sz="2600" b="0">
                <a:solidFill>
                  <a:srgbClr val="1F2A44"/>
                </a:solidFill>
                <a:latin typeface="Nunito Sans"/>
              </a:rPr>
              <a:t>。  （第55课）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九月我们读到：“明天不上课。这是我表哥说的，他是在一个WhatsApp群里看到的。”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今天，对于这条消息，你会做哪些九月时还不会做的事？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第1部分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全年复习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第一学期 · 讲道理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 · 思考、相信与知道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事实、观点与知道：“你怎么知道的？”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U2 · 论证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是真的吗？相关吗？足够吗？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U3 · 谬误 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攻击、歪曲或转移话题都不是理由；情绪不够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U4 · 谬误 II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以偏概全、虚假两难和虚假因果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第二学期 · 获取信息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U5 · 权威与影响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相信自己领域的专家；出名不等于有知识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U6 · 信息与来源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是谁说的，他怎么知道的，他能得到什么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U7 · 会骗人的数字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百分比、图表和样本：看看它们从哪里来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第三学期 · 做决定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单元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核心思想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U8 · 偏见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有帮助但会按可预料的方式出错的思维捷径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U9 · 说服与操纵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说服给出理由；操纵绕开你的判断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U10 · 自己思考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核实、因理由而改变、先理解再批评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第1部分 · 全年复习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学年结束时的批判性思考者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不是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Crédulo: se lo cree todo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Desconfiado: no se cree nada, ni a los expertos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Veleta: cambia con el último que habla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Pide y da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Comprueba antes de creer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Cambia de opinión por buenas razones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Entiende antes de criticar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第2部分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九月的那条消息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第2部分 · 九月的那条消息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案例 · 用上整个学年所学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“明天不上课。是我表哥说的，他在WhatsApp群里看到的。”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我表哥是怎么知道的？他只是在一个群里看到的。最先说的人是谁？（第6单元）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它传得很快，又没有来源：可能是谣言（第33课）。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我相信它，是因为我希望它是真的吗？要小心偏见（第8单元）。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结论：我去学校网站上核实。和第一天一样：要求理由。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第2部分 · 九月的那条消息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很多人和专家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“全世界几乎所有医生都说吸烟会致癌。”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很多人这么说，而且是权威。这是诉诸大众和权威谬误吗？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看起来两者都是：“很多人这么说”和“专家这么说”。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但这不是随便什么人：他们是自己领域的专家，而且几乎全都一致（共识，第26课）。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而且他们不是要你凭信仰：有大量研究证明这一点。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结论：相信专家的共识是合理的。谬误是相信不懂的人。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先自己写，不看笔记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两分钟。然后我们一起对照。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推理：要求并给出好的理由，并发现谬误。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获取信息：看是谁说的，他怎么知道的，他能得到什么。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做决定：了解偏见和把戏，并自己思考。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分钟 · 独立完成 · 保持安静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台阶1 · 人人都做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台阶2 · 复习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台阶3 · 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不看笔记。在每个答案旁边标出“确定”或“不确定”。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