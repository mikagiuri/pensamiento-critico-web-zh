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第61课 · 第11单元 · 对话的艺术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什么是对话？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对话不是轮流说话直到有人赢：而是一起思考，把一个问题理解得更好。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相信专家在他的______里的话是合理的；名气不等于知识。  （第60课）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说服靠讲理由；操纵则______你的判断。  （第60课）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打动人不等于操纵：问题在于用情绪来______理由。  （第49课）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相信专家在他的</a:t>
            </a:r>
            <a:r>
              <a:rPr sz="2600" b="1">
                <a:solidFill>
                  <a:srgbClr val="1F2A44"/>
                </a:solidFill>
                <a:latin typeface="Nunito Sans"/>
              </a:rPr>
              <a:t>领域</a:t>
            </a:r>
            <a:r>
              <a:rPr sz="2600" b="0">
                <a:solidFill>
                  <a:srgbClr val="1F2A44"/>
                </a:solidFill>
                <a:latin typeface="Nunito Sans"/>
              </a:rPr>
              <a:t>里的话是合理的；名气不等于知识。  （第60课）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说服靠讲理由；操纵则</a:t>
            </a:r>
            <a:r>
              <a:rPr sz="2600" b="1">
                <a:solidFill>
                  <a:srgbClr val="1F2A44"/>
                </a:solidFill>
                <a:latin typeface="Nunito Sans"/>
              </a:rPr>
              <a:t>绕开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你的判断。  （第60课）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打动人不等于操纵：问题在于用情绪来</a:t>
            </a:r>
            <a:r>
              <a:rPr sz="2600" b="1">
                <a:solidFill>
                  <a:srgbClr val="1F2A44"/>
                </a:solidFill>
                <a:latin typeface="Nunito Sans"/>
              </a:rPr>
              <a:t>代替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理由。  （第49课）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朋友圈的WhatsApp群，23:40。八十条消息都在说周六在哪里碰面。最后没有人改变想法，所有人都很生气。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这场谈话哪里出了问题？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什么是对话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什么是对话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对话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就是和别人交谈，一起思考，把一个问题理解得更好。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El rival es la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pregunta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, no la otra persona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Las ideas se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mueven</a:t>
            </a:r>
            <a:r>
              <a:rPr sz="2800" b="0">
                <a:solidFill>
                  <a:srgbClr val="1F2A44"/>
                </a:solidFill>
                <a:latin typeface="Nunito Sans"/>
              </a:rPr>
              <a:t>: se añaden y se corrigen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Aunque no haya acuerdo, sales entendiendo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más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什么是对话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吵架、聋子式争论和对话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类型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会发生什么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例子：要不要布置作业？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吵架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攻击人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“你是个懒鬼！”“你是个马屁精！”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聋子式争论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每个人把自己的想法重复得更大声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“作业是必要的。”“可我说不是。”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对话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倾听，并给出理由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“它们能帮助复习。你为什么认为不是呢？”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什么是对话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两种说话的方式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为了赢而说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otro es un rival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Solo cuenta mi idea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Escucho para contestar rápido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为了理解而说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otro me ayuda a pensar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Cuentan las razones de los dos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Escucho para entender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1 · 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伊克尔：“作业能帮助复习。你为什么认为不是呢？”娜亚拉：“我在家既没有时间，也没有安静的地方。”伊克尔：“好吧。如果作业是自愿的呢？”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有人身攻击吗？没有：他们谈的是作业，不是每个人是什么样的人。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他们互相倾听吗？是的：伊克尔问了娜亚拉的理由，并把它考虑进去。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想法在流动吗？是的：出现了一个新想法，自愿作业。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结论：这是对话。两个人一起思考这个问题。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案例2 · 朋友圈的群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奥马尔：“我们在阿雷纳尔（Arenal）碰面。”迈亚伦：“最好在莫尤阿（Moyúa）。”奥马尔：“不行，就在阿雷纳尔。”迈亚伦：“莫尤阿，就这么定了。”就这样，四十条消息。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有侮辱吗？没有。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有人给出理由吗？没有：他们只是重复自己的想法，一次比一次大声。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有人问“为什么？”吗？也没有。没有人在听对方。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结论：这是聋子式争论。没有理由，没有倾听，谈话就无法前进。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没有达成一致，就是失败吗？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雅斯敏和迪伦谈论校服。他们互相倾听，给出理由，还发现了新东西。最后他们仍然意见不一致。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他们没有达成一致。对话失败了吗？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看起来是这样：每个人仍然想法不同。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但目标不是赢，也不是最后想得一样：而是把问题理解得更好。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现在两个人知道得更多了：他们了解了对方的理由。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结论：对话即使没有达成一致也可以很成功。一致是个好目标，但不是必须的。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第3部分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一致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第3部分 · 一致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共识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是指对话之后达成的一致意见。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Es una buena meta, pero no la única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Llega por las razones, no por cansancio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Decir «vale» para que te dejen en paz no es consenso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对话就是和别人交谈，一起思考，把一个问题理解得更好。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吵架时人们攻击人；聋子式争论中没有人倾听。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即使没有以一致结束，对话也可以很成功：重要的是理解得更多。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