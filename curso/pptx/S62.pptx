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第62课 · 第11单元 · 对话的艺术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倾听与提问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真正的倾听，就是能用自己的话重述对方说的内容；然后向对方要理由，以便理解他。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在______中，人们攻击人，而不是谈想法。  （第61课）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对话即使没有以______结束，也可能进行得很好。  （第61课）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改变主意之所以难，是因为______：觉得自己输了或丢面子。  （第57课）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吵架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中，人们攻击人，而不是谈想法。  （第61课）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对话即使没有以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共识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结束，也可能进行得很好。  （第61课）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改变主意之所以难，是因为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自尊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：觉得自己输了或丢面子。  （第57课）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娜亚拉发来一段两分钟的语音。凯文一边玩游戏一边用两倍速听，然后回答：“嗯，不过……”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凯文听了娜亚拉的话吗？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真正地倾听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真正地倾听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积极倾听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就是真正专注于对方说的话，直到能用自己的话把它重述出来。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Oír: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sonido te llega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Escuchar: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entiendes lo que te dicen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no sabes repetirlo, no lo has escuchado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真正地倾听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三种倾听的工具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转述 = 用别的话说同样的意思。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Respetar el turno de palabra: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hablar de uno en uno, sin cortar.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Reformular: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«¿Quieres decir que…?».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Pedir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«¿Por qué lo piensas?», «¿Cómo lo sabes?».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真正地倾听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你为什么而倾听？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为了回答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Preparo mi respuesta mientras habla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Le corto a la mitad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Contesto a lo que yo creía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为了理解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Espero a que acabe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Compruebo si lo he entendido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Contesto a lo que ha dicho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在WhatsApp里转述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艾托尔写道：“我不去迪伦的生日会了。”迈亚伦本可以回答：“你真没礼貌！”但她写的是：“你是说你不想去，还是说你去不了？”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迈亚伦没有回答她自己想象的东西：她先核实。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她转述了：给出了理解艾托尔话的两种方式。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艾托尔回答：“我去不了，我有比赛。”他并不是没礼貌。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结论：转述可以避免因为误会而吵架。先理解，再回答。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在家里要求理由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陈对他爸爸说：“我需要一部新手机。”他爸爸没有说不行，而是问：“为什么？你的怎么了？”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爸爸既没有攻击，也没有把门关上：他要理由。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陈得想一想：“电池连半个上午都撑不到。”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现在他们谈论的是真正的问题，电池。也许换一块电池就够了。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结论：要求理由帮助两个人理解这个问题，而不只是说行或不行。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问题多，就是好对话吗？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奥马尔说他喜欢一部剧。迪伦劈头就问：“为什么？你怎么知道的？确定吗？这又是为什么？”也不等回答，为了让他出丑。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迪伦一直在要求理由。他对话得好吗？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看起来是这样：要求理由是对话的一种工具。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但他不等回答：他没有在听。而且他提问是为了抓把柄，不是为了理解（第4课）。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另外，“我喜欢”是一种喜好：说的是奥马尔，不需要证明（第2课）。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结论：提问只有是为了理解、并且听取回答时，才对对话有帮助。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典型的错误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典型的错误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转述是什么，不是什么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Repetir como un loro, palabra por palabra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lo que dijo (hombre de paja, 第15课)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Darle la razón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Decirlo con tus palabras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Comprobar: «¿Es eso lo que quieres decir?»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Entender antes de estar de acuerdo o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真正的倾听，就是能用自己的话重述对方说的内容。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转述就是用别的话说同样的意思，以确认你理解了。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如果你是为了理解而提问，并且听取回答，要求理由就有帮助。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