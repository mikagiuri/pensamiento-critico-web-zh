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第63课 · 第11单元 · 对话的艺术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不同意，但不攻击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可以不同意而不攻击：用理由批评想法，绝不批评人，而且你可以改变想法。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一句用来复述的话：“你是想______……吗？”  （第62课）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______倾听就是专心听，直到能用自己的话把对方的话复述出来。  （第62课）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网红是在社交媒体上有很多______的人。  （第51课）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一句用来复述的话：“你是想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说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……吗？”  （第62课）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积极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倾听就是专心听，直到能用自己的话把对方的话复述出来。  （第62课）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网红是在社交媒体上有很多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粉丝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的人。  （第51课）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在一次家庭聚餐上，你叔叔和你表姐在谈足球。他提高了嗓门。她嘲笑他。最后没有人记得他们在谈什么。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有没有可能不同意，又不落得这样的结果？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良好对话的规则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良好对话的规则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良好对话的五条规则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真正地倾听：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能重述对方说的话。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给出理由，不要大喊：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算数的是最好的论证，不是最大的嗓门。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回应对方最好的说法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（第58课）。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批评想法，不批评人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（第14课）。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有更好的理由时，可以改变想法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（第57课）。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良好对话的规则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不同意但不攻击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就是说“我不同意”，并解释为什么，同时不攻击想法不同的人。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不同意是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正常的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：这不是吵架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批评的是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想法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，并且要有理由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对人要尊重，不管他怎么想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良好对话的规则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攻击还是不同意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攻击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不同意但不攻击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“这是胡说八道，就像你一样”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“我不这么看，因为……”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“你总是说蠢话”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“在这一点上我觉得你错了：……”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“闭嘴，你什么都不懂”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“你为什么这样想？我看到另一个理由”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从攻击人到批评想法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凯文：“电子游戏应该有时间限制。”艾托尔：“你这么说是因为你游戏玩得烂透了。”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艾托尔攻击的是凯文，而不是他的想法：这是人身攻击（第14课）。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如果不攻击，艾托尔可以说：“我不这么看：我更希望每个家庭自己决定限制。”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现在有了一个凯文可以思考和回应的理由。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结论：同样是反对的意见，不带攻击地说出来，能让谈话向前进展。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“你说得对”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伊克尔：“周六我们去看新电影。”娜亚拉：“你看，要到下周五才上映。”伊克尔去核实了：“你说得对。那去保龄球馆怎么样？”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娜亚拉没有攻击：她纠正了一个数据，并给出了一个可以核实的理由。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伊克尔核实后改变了想法。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伊克尔输了吗？没有：现在他知道了以前不知道的事。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结论：承认“你说得对”不是输，而是学习（第57课）。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“你在攻击我！”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陈提议骑自行车去海滩。迈亚伦：“我不太赞成：要骑一个多小时，我们约好的是半小时。”陈：“你总是攻击我！”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陈觉得自己被攻击了。迈亚伦攻击他了吗？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看起来是这样：迈亚伦说她不太赞成陈的计划。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但她说的是什么？是计划和时间，不是陈这个人怎么样。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她给出了一个可以核实的理由。批评一个想法不等于攻击说出这个想法的人。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结论：这是没有攻击的不同意。觉得自己被攻击，并不能证明别人真的攻击了你。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分析一段谈话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分析一段谈话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分析一段谈话的四个问题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看……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问题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态度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他们尊重发言顺序和对方吗？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论证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他们给出理由和例子，还是只有观点？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参与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每个人都能说话吗，还是有一个人一直霸占？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问题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最后他们对这个问题理解得更好了吗？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分析一段谈话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能和不愿意对话的人对话吗？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对话需要两个人。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双方最起码要做到：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愿意倾听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和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给出理由</a:t>
            </a:r>
            <a:r>
              <a:rPr sz="2800" b="0">
                <a:solidFill>
                  <a:srgbClr val="1F2A44"/>
                </a:solidFill>
                <a:latin typeface="Nunito Sans"/>
              </a:rPr>
              <a:t>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如果对方只会攻击，你可以不攻击，但这就没有对话了。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有时最好的办法是先停下来，改天再继续。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可以不同意而不攻击：批评的是想法，不是人。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在一场好的对话中，算数的是最好的论证，不是最大的嗓门。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说“你说得对”不是输：而是学习。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