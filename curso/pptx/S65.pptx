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第65课 · 第12单元 · 群体与凝聚力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凝聚力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凝聚力是把一个集体维系在一起的力量；它不是大家想法都一样，也不是对外人关上大门。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要成为一个群体，光是待在同一个______是不够的。  （第64课）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______是群体的规矩，不管有没有写下来。  （第64课）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社交网络的算法不追求______：它主要追求让你一直看下去。  （第53课）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要成为一个群体，光是待在同一个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地方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是不够的。  （第64课）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规范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是群体的规矩，不管有没有写下来。  （第64课）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真的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：它主要追求让你一直看下去。  （第53课）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两支球队的女队员水平一样好。一支队伍里大家互相传球、互相鼓励。另一支队伍里，每个人各打各的。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你觉得哪支队伍会赢更多场比赛？为什么？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什么是凝聚力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什么是凝聚力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凝聚力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它是把一个集体维系在一起的力量：愿意待在一起、一起做事的心愿。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有凝聚力的集体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通常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工作得更好，也更互相帮助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通常也能更好地解决冲突（争吵和分歧）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有的集体凝聚力强，有的弱：不是“有”或“没有”那么绝对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什么是凝聚力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看一个集体是否团结的五个问题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一种观察的方法：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参与：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是所有人一起做决定，还是只有话最多的人说了算？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关系：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大家相处得好吗，在各自的小圈子之外也是这样吗？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包容：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有没有人因为与众不同而被排除在外？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合作：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大家看到在一起能取得更多成果吗？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互助：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大家互相帮助、尊重彼此的差异吗？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什么是凝聚力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凝聚力和群体压力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这不是凝聚力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所有人想法都一样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为了不显得格格不入，把自己的想法藏在心里（从众，第29课）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对外人关上大门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把某个人排除在外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这才是凝聚力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愿意待在一起、一起做事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能够毫不害怕地说“我不同意”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接纳新来的人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互相帮助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一个真实的实验 · 谢里夫的夏令营（1954）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心理学家穆扎费尔·谢里夫带着22个11岁左右的男孩去了美国的一个夏令营。他把他们分成两个组。这些男孩互相不认识。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首先，每个组内部先团结起来：他们给自己起了名字（“鹰队”和“蛇队”），还有了自己的旗子。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后来他们为奖品展开竞争。接着出现了辱骂：他们烧了一面旗子，还冲进了对方组的小木屋。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一起吃饭并不够。真正有帮助的是只有大家一起才能解决的难题，比如修好营地的供水。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结论：竞争让每个组内部更团结，却也让两个组互相对立。共同的目标则让两个组靠近了。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合作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合作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就是为了一个共同的目标一起努力：只要有一个人顺利，大家就都顺利。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正是合作让营地里的两个组靠近了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竞争并不坏，但可能让不同的集体对立起来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这些男孩不知道这是个实验：今天人们会批评这一点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一个女孩的球队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一个女孩的手球队在比赛中互相鼓励得很起劲。可是在更衣室里，有两派人互不说话，新来的女孩总是一个人换衣服。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合作：在场上，有。她们一起打球、互相鼓励。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关系：不行。有两派人互不说话。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包容：不行。新来的女孩被排除在外。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结论：它有一点凝聚力，但还不够。五个问题告诉我们哪里可以改进。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爱争论的朋友圈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在一个男孩的朋友圈里，要选活动的时候，每个人都说出自己的想法，常常意见不一致。然后他们做出决定，继续聚在一起。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他们几乎从来意见不一致……凝聚力低吗？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看起来是有凝聚力：他们并不是想法都一样。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但他们毫不害怕地说出自己的想法，做出决定，并且依然愿意待在一起。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有凝聚力不是总是意见一致：而是愿意继续在一起。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结论：这可以是一个很有凝聚力的集体。能够说出“我不同意”是个好迹象。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凝聚力是把一个集体维系在一起的力量。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它不是想法都一样，不是保持沉默，也不是对外人关上大门。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在谢里夫的夏令营里，一个共同的目标让两个对立的组靠近了。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