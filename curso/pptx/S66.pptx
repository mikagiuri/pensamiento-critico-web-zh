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第66课 · 第12单元 · 群体与凝聚力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我们和他们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集体会让我们对外人更差，如果没有人敢说“不”，还会做出糟糕的决定。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______是让群体团结在一起的力量。  （第65课）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在谢里夫的夏令营里，为奖品而______让每个小组内部团结起来，但也让两个小组对立起来。  （第65课）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对话就是和别人交谈，一起______，更好地理解一个问题。  （第61课）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凝聚力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是让群体团结在一起的力量。  （第65课）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在谢里夫的夏令营里，为奖品而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竞争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让每个小组内部团结起来，但也让两个小组对立起来。  （第65课）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对话就是和别人交谈，一起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思考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，更好地理解一个问题。  （第61课）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在一个夏令营里，男孩们被抽签分成两队：绿队和橙队。一个小时后，绿队就已经在说：“橙队更差。”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队伍明明是抽签分的，怎么会这么快就这样呢？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我们和他们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我们和他们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偏袒自己的集体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就是对我们集体的人比对外人更好，仅仅因为他们是我们集体的人。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我们的集体：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我们</a:t>
            </a:r>
            <a:r>
              <a:rPr sz="2800" b="0">
                <a:solidFill>
                  <a:srgbClr val="1F2A44"/>
                </a:solidFill>
                <a:latin typeface="Nunito Sans"/>
              </a:rPr>
              <a:t>。外面的集体：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他们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它出现得非常快，甚至在随机分成的集体里也会出现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它可能发展成刻板印象：对“他们”的固定看法（第19课）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我们和他们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一个真实的实验 · 泰弗尔（约1970年）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心理学家亨利·泰弗尔把英国布里斯托尔一所学校里14、15岁的男孩分成两个组。他告诉他们是根据他们更喜欢的画家来分的。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实际上，分组是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随机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的。没有人知道自己组里还有谁。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每个男孩把一些值钱的分数分给其他男孩，从来不分给自己。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大多数人给自己人更多。很多人宁愿自己的组得到的更少，也要比对方组占优势。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结论：只要一个无关紧要的理由，就会冒出“我们”和“他们”。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当一个集体做出糟糕的决定时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当一个集体做出糟糕的决定时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群体思维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就是一个非常团结的集体因为没有人敢唱反调而做出糟糕的决定。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由心理学家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欧文·詹尼斯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（1972）研究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每个人都以为别人是同意的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想一想第29课：阿施的从众实验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当一个集体做出糟糕的决定时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· 朋友圈的计划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伊克尔提议骑自行车上阿尔查恩达山。天气预报说有暴风雨。玛亚伦和奥马尔在手机上看到了，但没说话：大家情绪正高，他们不想扫兴。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集体里有疑虑吗？有：玛亚伦和奥马尔知道有暴风雨。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他们为什么没说？为了不破坏好气氛。而他们的沉默看起来就像一个“好”。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什么会有帮助？让每个人先单独写下自己的想法。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结论：群体思维。如果没有人敢说“不”，再团结也没有用。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做出更好决定的工具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做出更好决定的工具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一些集体使用的两种工具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名义小组法：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每个人安静地写下自己的想法；然后给所有想法打分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这样，害羞的人的想法也算数，也不会总是同样的人说了算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两栏法：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对每个提议，列出它的好处和我们不想要的后果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评判的是提议，而不是提出的人（第14课：人身攻击）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做出更好决定的工具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毕尔巴鄂竞技的球迷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伊克尔是毕尔巴鄂竞技的球迷。球队赢了，他和朋友们一起庆祝；球队输了，他就很难过。他有很强烈的“我们”的感觉。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这是泰弗尔实验里的那种偏袒吗？这样不好吗？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很像：他觉得毕尔巴鄂竞技是“他的”球队。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但他并没有对任何人更差，也不看不起其他球队的人。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觉得自己属于一个集体，是正常的，也是好的：它带来支持和快乐。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结论：这不是问题。糟糕的是，当“我们”被用来对“他们”更差，或者在不了解的情况下就评判他们。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只要一个无关紧要的理由，我们就会对“我们”比对“他们”更好。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群体思维：一个非常团结的集体做出糟糕的决定，因为没有人敢说“不”。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让每个人先安静地想一想、写一写，有助于集体做出更好的决定。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