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第67课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生态足迹衡量的是什么？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生态足迹估算的是，我们消费的东西需要多少自然资源；如果超过了生物承载力，我们消耗的就比地球能恢复的更多。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在泰弗尔的实验中，小组是______分的，但大多数人仍然偏向自己的小组。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在“______小组”技术中，每个人先默默写下自己的想法，再拿出来交流。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与自主相反的是______：由别人替你做决定。  （第55课）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在泰弗尔的实验中，小组是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分的，但大多数人仍然偏向自己的小组。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小组”技术中，每个人先默默写下自己的想法，再拿出来交流。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与自主相反的是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他律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：由别人替你做决定。  （第55课）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“如果全世界的人都像西班牙人平均那样生活，就需要两个多地球。”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你觉得这是什么意思？怎么能测量这样的东西？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什么是足迹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生态足迹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它衡量的是：要生产我们消费的东西、吸收我们产生的废物，需要多少有生产力的陆地和海洋。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生产：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食物、衣服、手机、电、汽油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吸收：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主要是我们排放到空气中的CO₂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全球公顷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来衡量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一公顷比一个足球场还要大一点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生物承载力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这是自然在一年里能够再生的量：长大的森林、繁殖的鱼、新的收成。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小于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生物承载力：我们靠能够恢复的东西生活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大于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生物承载力：我们消耗的比能恢复的更多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足迹这个概念是瓦克纳格尔和里斯在上世纪九十年代提出的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需要多少个地球？（全球足迹网络）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如果全世界的人都像……那样生活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需要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人类的平均水平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大约1.7个地球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西班牙的平均水平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两个多地球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美国的平均水平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大约5个地球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许多非洲或南亚国家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不到1个地球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地球生态超载日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这是一年中人类已经用完地球一年所能再生的全部资源的那一天。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英文：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Earth Overshoot Day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近几年：在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七月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底或八月初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从那天起，我们就是在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透支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生活，就像借了贷款一样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西班牙更早就到了自己的超载日，在春天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一家人的工资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一家人七个月就花光了全年的工资。剩下的五个月，他们靠存款和贷款生活。（编造的例子。）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这样能过一年吗？能：动用存款。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那能连着过很多年吗？不能：存款会用完，债务会越来越多。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自然也是类似的情况。“存款”是森林、鱼和土壤。“债务”是不断积累的CO₂。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结论：生态超载日标志着我们从什么时候开始花掉无法恢复的存款。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这个日期是怎么来的？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人类大约用掉1.7个地球。一年中的哪一天，一个地球给的资源就用完了？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一个地球够用一年：365天。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如果我们花得快1.7倍：365 ÷ 1.7 ≈ 215天。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一年的第215天落在八月初。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结论：这个日期是算出来的。如果足迹下降，日期就会往后推迟。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是准确的数据吗？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一个女孩读到：“人类用掉1.7个地球。”她想：“这是个准确的数据，就像我书包的重量一样。”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他们是怎么知道的？没有人给地球称重：这是用每个国家的大量数据算出来的。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估算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：用真实数据做出的近似计算。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此外它还漏掉了一些东西：比如，它没能很好地衡量被污染的水和正在消失的物种。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结论：这是一个很好的线索，但不是精确的数字。如果数据改善了，数字会有一点变化。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只有一个地球，我们还在这里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一个男孩推理说：“如果我们用掉1.7个地球，可是只有一个，那这个数据就是假的。不可能花掉比现有的更多的东西。”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看起来有道理：不可能用掉不存在的东西。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但足迹说的不是我们花掉的比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现有的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更多，而是比每年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能恢复的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我们砍的森林比长出来的多，捕的鱼比出生的多，CO₂在空气中不断积累。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结论：在一段时间里，可以花掉比能恢复的更多，就像动用存款一样。但不能永远这样。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生态足迹衡量的是，我们消费的东西需要多少自然资源。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生物承载力是地球每年能再生的量；今天我们消耗得更多。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足迹的数字是估算：是好线索，不是精确的数字。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