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第67课 · 第13单元 · 我在地球上的足迹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生态足迹衡量的是什么？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生态足迹估算的是，我们消费的东西需要多少自然资源；如果超过了生物承载力，我们消耗的就比地球能恢复的更多。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在泰弗尔的实验中，小组是______分的，但大多数人仍然偏向自己的小组。  （第66课）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在“______小组”技术中，每个人先默默写下自己的想法，再拿出来交流。  （第66课）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与自主相反的是______：由别人替你做决定。  （第55课）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在泰弗尔的实验中，小组是</a:t>
            </a:r>
            <a:r>
              <a:rPr sz="2600" b="1">
                <a:solidFill>
                  <a:srgbClr val="1F2A44"/>
                </a:solidFill>
                <a:latin typeface="Nunito Sans"/>
              </a:rPr>
              <a:t>随机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分的，但大多数人仍然偏向自己的小组。  （第66课）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在“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名义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小组”技术中，每个人先默默写下自己的想法，再拿出来交流。  （第66课）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与自主相反的是</a:t>
            </a:r>
            <a:r>
              <a:rPr sz="2600" b="1">
                <a:solidFill>
                  <a:srgbClr val="1F2A44"/>
                </a:solidFill>
                <a:latin typeface="Nunito Sans"/>
              </a:rPr>
              <a:t>他律</a:t>
            </a:r>
            <a:r>
              <a:rPr sz="2600" b="0">
                <a:solidFill>
                  <a:srgbClr val="1F2A44"/>
                </a:solidFill>
                <a:latin typeface="Nunito Sans"/>
              </a:rPr>
              <a:t>：由别人替你做决定。  （第55课）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“如果全世界的人都像西班牙人平均那样生活，就需要两个多地球。”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你觉得这是什么意思？怎么能测量这样的东西？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什么是足迹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什么是足迹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生态足迹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它衡量的是：要生产我们消费的东西、吸收我们产生的废物，需要多少有生产力的陆地和海洋。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Producir: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comida, ropa, el móvil, la luz, la gasolina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Absorber: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sobre todo el CO₂ que echamos al aire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 mide en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hectáreas globales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Una hectárea es algo más que un campo de fútbol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什么是足迹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生物承载力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这是自然在一年里能够再生的量：长大的森林、繁殖的鱼、新的收成。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Huella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menor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que la biocapacidad: vivimos de lo que se repone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Huella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mayor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que la biocapacidad: gastamos más de lo que se repone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huella la propusieron Wackernagel y Rees en los años noventa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什么是足迹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需要多少个地球？（全球足迹网络）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如果全世界的人都像……那样生活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需要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人类的平均水平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大约1.7个地球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西班牙的平均水平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两个多地球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美国的平均水平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大约5个地球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许多非洲或南亚国家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不到1个地球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什么是足迹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地球生态超载日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这是一年中人类已经用完地球一年所能再生的全部资源的那一天。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En inglés: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Earth Overshoot Day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Últimos años: finales de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julio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o principios de agosto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Desde ese día vivimos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 crédito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, como con un préstamo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España llega a su propio día mucho antes, en primavera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一家人的工资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一家人七个月就花光了全年的工资。剩下的五个月，他们靠存款和贷款生活。（编造的例子。）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这样能过一年吗？能：动用存款。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那能连着过很多年吗？不能：存款会用完，债务会越来越多。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自然也是类似的情况。“存款”是森林、鱼和土壤。“债务”是不断积累的CO₂。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结论：生态超载日标志着我们从什么时候开始花掉无法恢复的存款。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这个日期是怎么来的？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人类大约用掉1.7个地球。一年中的哪一天，一个地球给的资源就用完了？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一个地球够用一年：365天。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如果我们花得快1.7倍：365 ÷ 1.7 ≈ 215天。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一年的第215天落在八月初。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结论：这个日期是算出来的。如果足迹下降，日期就会往后推迟。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案例3 · 是准确的数据吗？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奈亚拉读到：“人类用掉1.7个地球。”她想：“这是个准确的数据，就像我书包的重量一样。”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他们是怎么知道的？没有人给地球称重：这是用每个国家的大量数据算出来的。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这是一个</a:t>
            </a:r>
            <a:r>
              <a:rPr sz="2400" b="1">
                <a:solidFill>
                  <a:srgbClr val="1F2A44"/>
                </a:solidFill>
                <a:latin typeface="Nunito Sans"/>
              </a:rPr>
              <a:t>估算</a:t>
            </a:r>
            <a:r>
              <a:rPr sz="2400" b="0">
                <a:solidFill>
                  <a:srgbClr val="1F2A44"/>
                </a:solidFill>
                <a:latin typeface="Nunito Sans"/>
              </a:rPr>
              <a:t>：用真实数据做出的近似计算。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此外它还漏掉了一些东西：比如，它没能很好地衡量被污染的水和正在消失的物种。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结论：这是一个很好的线索，但不是精确的数字。如果数据改善了，数字会有一点变化。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只有一个地球，我们还在这里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奥马尔推理说：“如果我们用掉1.7个地球，可是只有一个，那这个数据就是假的。不可能花掉比现有的更多的东西。”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奥马尔说得对吗？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看起来有道理：不可能用掉不存在的东西。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但足迹说的不是我们花掉的比</a:t>
            </a:r>
            <a:r>
              <a:rPr sz="2400" b="1">
                <a:solidFill>
                  <a:srgbClr val="1F2A44"/>
                </a:solidFill>
                <a:latin typeface="Nunito Sans"/>
              </a:rPr>
              <a:t>现有的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更多，而是比每年</a:t>
            </a:r>
            <a:r>
              <a:rPr sz="2400" b="1">
                <a:solidFill>
                  <a:srgbClr val="1F2A44"/>
                </a:solidFill>
                <a:latin typeface="Nunito Sans"/>
              </a:rPr>
              <a:t>能恢复的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更多。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我们砍的森林比长出来的多，捕的鱼比出生的多，CO₂在空气中不断积累。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结论：在一段时间里，可以花掉比能恢复的更多，就像动用存款一样。但不能永远这样。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生态足迹衡量的是，我们消费的东西需要多少自然资源。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生物承载力是地球每年能再生的量；今天我们消耗得更多。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足迹的数字是估算：是好线索，不是精确的数字。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