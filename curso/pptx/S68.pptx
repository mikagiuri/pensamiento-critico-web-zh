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第68课 · 第13单元 · 我在地球上的足迹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比较足迹：总量、人均，还有谁来承担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比较足迹时，要看总量和人均，看什么占的比重最大，还要看谁在承受后果。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在超载日之后，人类是靠______过日子。  （第67课）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______是自然一年内能够再生的量。  （第67课）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和别人意见不一致是______的：这不是吵架。  （第63课）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在超载日之后，人类是靠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透支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过日子。  （第67课）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生物承载力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是自然一年内能够再生的量。  （第67课）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和别人意见不一致是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正常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的：这不是吵架。  （第63课）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社交网络上的一条评论：“印度比西班牙污染得多得多。问题出在他们身上。”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这是真的吗？要比较好，你还缺什么数据？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什么占的比重大，怎么比较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什么占的比重大，怎么比较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碳足迹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它是由一个人、一件产品或一个国家排放的CO₂和其他使地球变暖的气体。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主要来自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能源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：电、取暖、交通、工厂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它是富裕国家足迹中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最大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的一部分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用CO₂的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吨数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来衡量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什么占的比重大，怎么比较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富裕国家的足迹里，什么占的比重最大？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大体上，从多到少：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能源和交通：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取暖、电、汽车、飞机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食物：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主要是肉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衣服和购物：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快时尚的足迹非常大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什么占的比重大，怎么比较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比较国家的三种方式（和第37课一样）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是什么数字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需要知道什么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这个国家排放多少？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总量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（绝对）数字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人口多的国家加起来就多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每个人排放多少？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人均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（相对）数字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总量除以居民人数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它在整个历史上排放了多少？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累计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工厂开得更早的国家累计得更多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什么占的比重大，怎么比较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环境正义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就是在人和国家之间公平地分配环境带来的好处和损害。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干旱和洪水对手段最少的人打击最大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这些人中的很多人几乎没有污染过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批判性问题：谁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得益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买单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印度和西班牙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一开始的那条评论：“印度比西班牙污染得多得多。问题出在他们身上。”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从总量上看，是真的：印度排放的CO₂吨数比西班牙多得多。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但印度有超过14亿居民。西班牙大约4900万。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按人均算，印度的排放比西班牙少不少。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结论：光看总量不够。要分配责任，我还要看人均和历史。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汉堡和扁豆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凯文每周吃三个牛肉汉堡。蕾尔每周吃三盘扁豆。哪种饭的足迹更大？（编造的例子。）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我去看研究：按每公斤算，牛肉排放的气体比豆类多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几十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为什么？牛需要大量牧草和饲料，还会排出甲烷，一种使地球变暖的气体。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不需要精确计算：差别非常大。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结论：在食物的足迹里，我们吃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什么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占很大比重。这是一个数据，不是对凯文的评判。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谁来买单？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在孟加拉国，很多家庭因为洪水失去了家园。他们的国家人均排放的CO₂很少。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谁在承受损害？几乎没有污染过的人。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谁排放得最多？主要是富裕国家，而且持续了很长时间。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注意：不是每一场洪水都是气候变化的错。变暖让一些洪水更频繁或更猛烈。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结论：当一些人得益、另一些人承担损害时，我们称之为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环境不公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本地的总是更好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冬天，伊克尔选了家附近一个有暖气的温室里的西红柿，而不是阿尔梅里亚的。“本地的总是污染更少，”他说。（编造的例子。）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他选的是污染最少的吗？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看起来是这样：阿尔梅里亚的西红柿要坐卡车跑几百公里。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但是冬天给温室取暖要消耗很多能源，这确实占很大比重。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对很多食物来说，卡车或轮船的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运输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在足迹中占的比重很小。如果是飞机，就占很大比重。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结论：“本地”常常有帮助，但不总是这样。还要看它是怎么生产出来的。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比较足迹时，要看总量、人均和累计。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在富裕国家，占比重最大的主要是能源、交通和肉。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环境公正：要问谁得益，谁来承担损害。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