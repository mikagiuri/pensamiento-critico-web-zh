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第69课 · 第13单元 · 我在地球上的足迹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漂绿和责任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漂绿就是把不环保的东西刷成绿色；而要减少足迹，每个人的行动和集体的决定都很重要。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在许多食物中，卡车或轮船的______在足迹中占比很小。  （第68课）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比较两个国家的足迹，我既看总数，也看每______的数字。  （第68课）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谁最后说话就听谁的，这就像一只______。  （第57课）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在许多食物中，卡车或轮船的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运输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在足迹中占比很小。  （第68课）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比较两个国家的足迹，我既看总数，也看每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的数字。  （第68课）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谁最后说话就听谁的，这就像一只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风向标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一个水瓶，标签上有绿叶，还有一个大大的词：“ECO”。（编造的例子。）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这个标签告诉了你什么？又没有告诉你什么？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绿色广告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绿色广告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漂绿（“绿色洗白”）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就是把不环保的东西、或者远没有它宣传的那么环保的东西，宣传成环保的广告。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来自英语的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green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（绿色）和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washing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（洗）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就像标题党：承诺的比实际有的更多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2024年，欧盟通过了一项针对没有证据的绿色宣传语的规定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绿色广告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漂绿的迹象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它们是线索，不是证据（和第31课一样）。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含糊的词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，没有数据：“eco”、“天然”、“绿色”、“可持续”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对树叶、树木或星球的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图画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，却什么也没说明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夸耀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一件小事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，对大事却闭口不谈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品牌自己发明的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标志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夸耀一件本来法律就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强制要求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绿色广告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减量、再利用、回收：按这个顺序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步骤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减量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少用或少买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不买瓶装水：带水壶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再利用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再用一次或修理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修自行车；二手衣服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回收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把用过的东西变成新材料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包装盒扔进黄色垃圾桶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ECO水瓶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一开始的那个水瓶：绿叶和大大的“ECO”。小字写着：“瓶子100%可回收。”（编造的例子。）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他们要我相信什么？买它对地球有好处。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他们给了什么数据？它是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可回收的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：可以被回收。但没说实际上有多少被真正回收了。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他们对什么闭口不谈？它仍然是一次性用完就扔的瓶子。第一步应该是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减量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结论：含糊的词、绿色的图画和一个小小的数据，都是漂绿的迹象。我要先要数据，再决定信不信。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谁说的，他得到什么？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2004年前后，石油公司BP开展了一场大型宣传，提供一个计算器，让每个人测量自己的碳足迹。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谁说的？一家卖石油的公司。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它得到什么？据批评者说，是让我们更多地关注每个人自己的行为，而不是它卖的能源。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这会让个人足迹变成假的吗？不会：因为一个想法是谁说的就拒绝它，是人身攻击（第14课）。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结论：个人足迹是有用的，但不是全部。我也要看企业和政府。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我自己做的和我们一起决定的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我自己做的和我们一起决定的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我能改变的足迹，重点在哪里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交通：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步行、骑自行车、公共交通。这是影响最大的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食物：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少吃肉和超加工食品；不浪费食物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消费：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少买、买好的，修理，二手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能源和水：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不用的电器就关掉，淋浴时间短一点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我自己做的和我们一起决定的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是我自己做的，还是我们一起决定的？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虚假的两难（第20课）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“只有我自己做的才算数”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“我自己做的没有任何用”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“要么我改变，要么政府改变”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每个人的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行为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都算数：交通、食物、购物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集体的决定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也算数：能源、城市、法律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一件事会推动另一件事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我自己做的和我们一起决定的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布袋子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玛亚伦有15个印着树叶图案的布袋子：每家商店都送她。她每个只用一次，然后就收起来。“我很环保，”她说。（编造的例子。）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布不是比塑料更好吗？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看起来是这样：一次性塑料袋名声不好。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但是制造一个棉布袋要消耗很多水、土地和能源。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只有你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用很多次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才划算。十五个袋子每个只用一次：付出了很大的足迹，几乎什么也没换来。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结论：重要的不是“绿色”的材料，而是你用它多少次。减量才是第一位的。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漂绿就是把不环保的东西说成环保：要数据，不要绿叶。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对于垃圾，先减量，再再利用，最后才回收。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每个人的行为和集体的决定都算数：不必只选一个。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