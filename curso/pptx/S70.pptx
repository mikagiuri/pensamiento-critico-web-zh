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第70课 · 第14单元 · 决定并捍卫我的想法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我是需要它，还是想要它？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需要是我们过好生活所必需的；欲望则不是。广告把欲望伪装成需要，而且一次购买会带出另一次购买。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______是把本不环保的东西宣传成环保的广告。  （第69课）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一个瓶子______并不意味着它真的会被回收。  （第69课）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在谢里夫的夏令营里，一个______目标让两个对立的小组走近了。  （第65课）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漂绿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是把本不环保的东西宣传成环保的广告。  （第69课）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一个瓶子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可回收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并不意味着它真的会被回收。  （第69课）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在谢里夫的夏令营里，一个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共同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目标让两个对立的小组走近了。  （第65课）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伊克尔说：“我需要TikTok上出现的那双新球鞋。”他的鞋才买了三个月，还好好的。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他是需要……还是想要？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需要和欲望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需要和欲望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需要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需要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是我们过好生活所必需的东西。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Comer, dormir, abrigarse, tener una casa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Aprender, tener amigos, sentirse seguro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 falta, vivo peor de verdad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需要和欲望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欲望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欲望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是我想要的东西，但没有它我也能过得一样好。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tercera sudadera de marca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El móvil del año, cuando el mío funciona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Desear no es malo: todos deseamos cosas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 clave: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¿qué pasa si no lo tengo?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需要和欲望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两种伪装：欲望看起来像需要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花招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它对你说什么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例子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憧憬式广告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“买了这个，你就会成为你想成为的样子”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“用了这款香水，所有人都会想和你在一起”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FOMO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（英语，“害怕错过”）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“大家都有：别被落下”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“学校里一半的人已经有了这款新游戏”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球鞋广告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一个男孩穿着新球鞋走进教室，所有人都看着他。文字：“做被所有人注视的那个。学校里一半的人已经有了。”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“做被所有人注视的那个”：</a:t>
            </a:r>
            <a:r>
              <a:rPr sz="2400" b="1">
                <a:solidFill>
                  <a:srgbClr val="1F2A44"/>
                </a:solidFill>
                <a:latin typeface="Nunito Sans"/>
              </a:rPr>
              <a:t>憧憬式广告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。它卖给你的是你将成为的样子，而不是球鞋。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“学校里一半的人已经有了”：</a:t>
            </a:r>
            <a:r>
              <a:rPr sz="2400" b="1">
                <a:solidFill>
                  <a:srgbClr val="1F2A44"/>
                </a:solidFill>
                <a:latin typeface="Nunito Sans"/>
              </a:rPr>
              <a:t>FOMO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。它让你害怕被落下，就像归属感那样（第50课）。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如果我不买会怎么样？我的球鞋还能穿。这是一种</a:t>
            </a:r>
            <a:r>
              <a:rPr sz="2400" b="1">
                <a:solidFill>
                  <a:srgbClr val="1F2A44"/>
                </a:solidFill>
                <a:latin typeface="Nunito Sans"/>
              </a:rPr>
              <a:t>欲望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结论：广告把欲望伪装成了需要。想要它并不坏，但要清楚自己在买什么。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又一个被伪装的欲望？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奥马尔骑自行车摔倒了，他的手机坏了：开不了机。他训练完回来晚的时候，用它和家人联系。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“我需要另一部手机。”这是又一个伪装成需要的欲望吗？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看起来还是老样子：“我需要”常常其实是“我想要”。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但我来问关键问题：如果没有它，会怎么样？他没法通知家人。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这里有一个真正的</a:t>
            </a:r>
            <a:r>
              <a:rPr sz="2400" b="1">
                <a:solidFill>
                  <a:srgbClr val="1F2A44"/>
                </a:solidFill>
                <a:latin typeface="Nunito Sans"/>
              </a:rPr>
              <a:t>需要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：一部能用的手机。至于他是不是需要最贵的那款，则是另一回事。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结论：并不是所有的“我需要”都是花招。要一个一个情况去看，不能不假思索地贴标签。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一次购买会带出另一次购买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一次购买会带出另一次购买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狄德罗的睡袍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18世纪。法国哲学家德尼·狄德罗收到了一件礼物，一件很漂亮的新睡袍。他在一篇短文里讲了这件事：《告别我的旧睡袍》。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有了新睡袍，他觉得自己的旧草椅很难看。他把它换成了一把皮扶手椅。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后来他换了桌子、窗帘、画……整个书房都得和睡袍“相配”。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最后他变得更穷了，却没有更幸福。他写道：“我曾是旧睡袍的主人；我却成了新睡袍的奴隶。”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结论：一次购买可能带出另一次购买。今天我们把它叫做</a:t>
            </a:r>
            <a:r>
              <a:rPr sz="2400" b="1">
                <a:solidFill>
                  <a:srgbClr val="1F2A44"/>
                </a:solidFill>
                <a:latin typeface="Nunito Sans"/>
              </a:rPr>
              <a:t>狄德罗效应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一次购买会带出另一次购买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象牙筷子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一个中国的传统故事。一位国王给自己做了一双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象牙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筷子（用大象牙齿做的、极其昂贵的材料）。他的大臣看到后，担心起来。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“用了象牙筷子，他就不会想要泥碗：他会想要玉碗”，一种珍贵的宝石。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“用了玉碗，他就会想要奢华的饭菜。然后是丝绸的衣服和宫殿。”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每一样奢侈品，都需要另一样与它相配的东西。这是一道阶梯。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结论：这和狄德罗的阶梯是同一道阶梯。第一级台阶看起来很小。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一次购买会带出另一次购买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今天的狄德罗效应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买了一样东西，我们就会想要其他能和它“相配”的东西：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Móvil nuevo → funda, auriculares, reloj a juego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Consola nueva → otro mando, más juegos, silla gamer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Camiseta del Athletic → pantalón, bufanda, medias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Freno: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¿lo quiero por sí mismo, o solo para que «pegue»?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需要是我们过好生活所必需的；欲望则不是。有欲望并不坏。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憧憬式广告和FOMO把欲望伪装成需要。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一次购买会带出另一次购买：这就是狄德罗效应，就像象牙筷子的故事一样。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