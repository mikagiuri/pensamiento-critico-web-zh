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第71课 · 第14单元 · 决定并捍卫我的想法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构建你自己的论证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要捍卫一个观点：清楚的结论，两三条理由，一个例子，以及可以预见的反对意见和你的回应。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______是我想要的东西，但没有它我也能过得同样好。  （第70课）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FOMO是害怕______某样东西：“大家都有，你可别落下”。  （第70课）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情绪或权威本身并不是陷阱：要看下面有没有______。  （第59课）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欲望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是我想要的东西，但没有它我也能过得同样好。  （第70课）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FOMO是害怕</a:t>
            </a:r>
            <a:r>
              <a:rPr sz="2600" b="1">
                <a:solidFill>
                  <a:srgbClr val="1F2A44"/>
                </a:solidFill>
                <a:latin typeface="Nunito Sans"/>
              </a:rPr>
              <a:t>错过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某样东西：“大家都有，你可别落下”。  （第70课）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情绪或权威本身并不是陷阱：要看下面有没有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理由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（第59课）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蕾尔在班级群里写道：“应该让我们课间用手机。就这样。”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你被说服了吗？它还缺什么？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四个部分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四个部分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捍卫一个观点的四个部分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今天你来构建你自己的论证：你独自完成，而且是写出来。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1. Conclusión: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lo que defiendo, dicho claro y en una frase.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2. Razones: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dos o tres, que pasen las tres preguntas （第9课）.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3. Ejemplo: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un caso que muestre lo que digo.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4. Objeción y respuesta: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qué diría quien no está de acuerdo, y mi respuesta.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四个部分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反驳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反对意见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是反对你的结论的一条理由：就是不同意你的人会说的话。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buscas tú, antes de que te la digan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respondes con razones, no con un «y punto»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 veces te obliga a cambiar o matizar tu conclusión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四个部分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重复和论证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重复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Decir la conclusión más fuerte o más veces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«Porque sí» o «y punto»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Hacer como si nadie pudiera pensar distinto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论证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Dar razones que pasen las tres preguntas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Poner un ejemplo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Pensar qué diría el otro y responderle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一个完整的论证，一部分一部分来看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部分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在这个例子里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结论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“学校应该给学生配储物柜”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理由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“书包很重，会伤背”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例子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“编造的例子：星期一，陈背了八公斤”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反对意见和回应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“储物柜要花钱。”“是的，但只花一次钱，能用很多年”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凯文和烟花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凯文想用书面的方式说服家人，让他和朋友们一起去看毕尔巴鄂大节的烟花。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结论：“我想和我的朋友们去看星期四的烟花。”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理由：“我们四个人一起去，十一点坐地铁回来。”例子：“去年奥马尔去了，一切都很顺利。”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可预见的反对意见：“人太多，你们可能会走散。”回应：“我们约定一个固定的地点，我带着充好电的手机。”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结论：通过回应家人担心的事，这个论证就强多了。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他已经有反对意见了吗？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艾托尔捍卫课间用手机，他写道：“有人会说，想禁止的人讨厌科技。但这太荒唐了。”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艾托尔写了一个反对意见并回应了它。他的论证完整了吗？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看起来是这样：他有了第4部分。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但这个反对意见被歪曲了：没有人说过这种话。这是稻草人谬误（第15课）。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运用善意原则（第58课），去找最有力的反对意见：“手机让人孤立，大家就不再一起玩了。”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结论：回应一个弱的反对意见是作弊。好的反对意见是对方的最好版本。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交上去之前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交上去之前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检查你的论证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¿Se entiende la conclusión en una sola frase?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¿Cada razón es verdad, viene a cuento y es suficiente?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¿El ejemplo muestra de verdad lo que digo?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¿He respondido a la objeción más fuerte, no a una deformada?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Si no sé responderla, quizá toca cambiar de opinión （第57课）.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一个自己的论证有清楚的结论、两三条理由和一个例子。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反对意见就是不同意的人会说的话，必须用理由来回应。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考虑最有力的反对意见，是论证和重复的区别。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