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第72课 · 第15单元 · 我是谁？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什么是身份认同？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身份认同是让我们成为我们自己的东西；它由内部因素和外部因素、选择的和没有选择的因素构成，没有任何一个标签能概括它。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为了捍卫一个观点，我先用一句话说出我明确的______。  （第71课）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考虑反对意见，是论证和______的区别。  （第71课）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生态足迹用______公顷来衡量。  （第67课）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为了捍卫一个观点，我先用一句话说出我明确的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结论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考虑反对意见，是论证和</a:t>
            </a:r>
            <a:r>
              <a:rPr sz="2600" b="1">
                <a:solidFill>
                  <a:srgbClr val="1F2A44"/>
                </a:solidFill>
                <a:latin typeface="Nunito Sans"/>
              </a:rPr>
              <a:t>重复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的区别。  （第71课）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生态足迹用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全球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公顷来衡量。  （第67课）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你的社交网络主页上有一个位置放一张照片和一句短话。你得用它概括你是谁。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你会写什么？又有什么会被落下？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是什么定义了我们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是什么定义了我们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身份认同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它是让你成为你自己、并与别人区别开来的东西。也包括你怎么看自己、别人怎么看你。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来自拉丁语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idem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：“相同”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它有一部分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不变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，也有一部分在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变化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没有人的身份认同和另一个人完全一样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是什么定义了我们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定义我们的因素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因素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身体方面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身体、身高、声音、头发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环境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家庭、地方、语言、你生活的时代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能力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爱好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画画、踢足球、你听的音乐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性格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和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价值观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害羞或开朗；你觉得什么是公平的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是什么定义了我们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内部因素和外部因素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内部因素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外部因素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它们在你的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内部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它们来自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外部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性格、爱好、价值观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家庭、出生的地方、语言、时代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有一部分是你自己塑造的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它们在很大程度上是不由你选择就来到你身上的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是什么定义了我们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我们选择的和没有选择的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不能选择：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家庭、身体、出生的地方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部分能选择：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朋友、兴趣爱好、我们怎么对待别人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几乎所有东西都是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混合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：落到我们头上的，和我们用它去做的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一个女孩的卡片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一个女孩在一张卡片上写道：“13岁。毕尔巴鄂。我弹特里基蒂克萨。我很喜欢读书。我很害羞。”她的身份认同里出现了哪些因素？（编造的例子。）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“13岁”和“毕尔巴鄂”：环境。它们是外部因素：她没有选择它们。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“我弹特里基蒂克萨”和“我很喜欢读书”：一项能力和一个爱好。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“我很害羞”：性格，一个内部因素。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结论：五条信息给了我们一些关于这个女孩的线索，但她远不止她的卡片。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“我数学不好”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一个男孩数学考试没及格。那天下午他说：“我数学不好。我就是这样的，我不会改变。”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你怎么知道？这个男孩只有一次考试。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草率的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概括（第19课）：从一个事例就跳到“总是”。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而且，能力是可以训练的：它不是一个固定的印记。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结论：“我这次考试没及格”是一个事实。“我数学不好”是他给自己贴的一个标签。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案例3 · 班上的搞笑大王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在班上，所有人都叫一个男孩“搞笑大王”。有一天他来了，神情严肃，一言不发。他们对他说：“你怎么了？你不是这样的。”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标签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是概括一个人、却把几乎所有其他东西都落下的一个词。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这就像光环效应（第45课）：一个特点盖住了其他所有的东西。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这个男孩也可以难过，可以害怕，也可以认真地说话。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结论：“我”不是一个标签。一个人同时是很多东西。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是我自己选的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一个女孩说：“我最喜欢的音乐是我自己自由选择的。没有人影响过我。”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她的爱好完全是她自己选择的吗？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看起来是这样：没有人强迫她听任何东西。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但这些音乐她是在家里、在朋友圈里，以及在算法给她推荐的东西里听到的（第53课）。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这并不让它变假：它仍然是她的爱好，而且她决定怎么对待它。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结论：几乎没有什么是完全选择的，也几乎没有什么是完全强加的。几乎一切都是混合。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身份认同是让你成为你自己、并与别人区别开来的东西。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定义我们的有内部因素，比如性格，也有外部因素，比如家庭或地方。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几乎一切都是落到我们身上的和我们选择的混合；没有人是一个标签。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