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第73课 · 第15单元 · 我是谁？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个人身份认同和集体身份认同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我们有一个个人身份认同，同时还有几个集体身份认同；把一个人简化成只属于一个集体，是不公平的，也是危险的。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______是一个人的为人：比如害羞或外向。  （第72课）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只考了一次试就说“我数学不好”，是一种______的概括。  （第72课）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在对话中，对手是______，不是另一个人。  （第61课）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性格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是一个人的为人：比如害羞或外向。  （第72课）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只考了一次试就说“我数学不好”，是一种</a:t>
            </a:r>
            <a:r>
              <a:rPr sz="2600" b="1">
                <a:solidFill>
                  <a:srgbClr val="1F2A44"/>
                </a:solidFill>
                <a:latin typeface="Nunito Sans"/>
              </a:rPr>
              <a:t>草率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的概括。  （第72课）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在对话中，对手是</a:t>
            </a:r>
            <a:r>
              <a:rPr sz="2600" b="1">
                <a:solidFill>
                  <a:srgbClr val="1F2A44"/>
                </a:solidFill>
                <a:latin typeface="Nunito Sans"/>
              </a:rPr>
              <a:t>问题</a:t>
            </a:r>
            <a:r>
              <a:rPr sz="2600" b="0">
                <a:solidFill>
                  <a:srgbClr val="1F2A44"/>
                </a:solidFill>
                <a:latin typeface="Nunito Sans"/>
              </a:rPr>
              <a:t>，不是另一个人。  （第61课）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艾托尔来自圣图奇区，是毕尔巴鄂竞技的球迷，会说巴斯克语，是哥哥，玩PlayStation，他的外婆是加利西亚人。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这些东西里，哪一个是“真正的艾托尔”？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我和我们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我和我们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个人身份认同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它是让你独一无二的东西：你的经历、你的性格、你的爱好和你的决定。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Responde a la pregunta: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¿quién soy yo?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Nadie tiene exactamente la misma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我和我们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集体身份认同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它是你和一个你觉得自己属于的集体共有的东西：一个“我们”。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Responde a la pregunta: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¿con quiénes soy «nosotros»?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Cuadrilla, equipo, lengua, barrio, origen, religión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Como vimos en la 第64课: un grupo siente un «nosotros»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我和我们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阿明·马洛夫的一个想法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一位出生在黎巴嫩、住在法国的作家。在他的书《致命的身份认同》（1998）里，他用别的话主张：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Cada persona tiene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muchas pertenencias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a la vez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Ninguna de ellas, sola, dice quién eres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Reducir a alguien 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una sola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puede llevar al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odio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我和我们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500000"/>
            <a:ext cx="10912000" cy="3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刻板印象的问题不在于它们是假的，而在于它们是不完整的。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4700000"/>
            <a:ext cx="10912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4A5568"/>
                </a:solidFill>
                <a:latin typeface="Nunito Sans"/>
              </a:rPr>
              <a:t>奇玛曼达·恩戈兹·阿迪契，尼日利亚作家，在她的演讲《单一故事的危险》（2009）中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同时有很多身份认同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我们回到艾托尔：来自圣图奇区、毕尔巴鄂竞技的球迷、说巴斯克语的人、哥哥、玩PlayStation的人、有一位加利西亚外婆的孙子。（编造的例子。）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个人的：他的性格、他的经历、他喜欢玩PlayStation。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集体的：毕尔巴鄂竞技、巴斯克语、街区、加利西亚的家人。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它们并不互相竞争：艾托尔可以觉得自己是毕尔巴鄂人，同时也爱着加利西亚。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结论：没有人只是一种东西。我们同时有好几种身份认同，而且它们和平共处。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案例2 · “他是皇家社会的”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一场德比之后，在班级的WhatsApp群里，有人写到陈：“他是皇家社会的。千万别相信他。”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陈被简化成了</a:t>
            </a:r>
            <a:r>
              <a:rPr sz="2400" b="1">
                <a:solidFill>
                  <a:srgbClr val="1F2A44"/>
                </a:solidFill>
                <a:latin typeface="Nunito Sans"/>
              </a:rPr>
              <a:t>只有一个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归属：他的球队。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这就是“我们和他们”（第66课）：因为是外人，就对外人更差。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这相关吗？是皇家社会的人，并不能说明陈是不是可靠。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结论：把一个人简化成只属于一个集体是不公平的，还会为蔑视打开大门。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最好不属于任何集体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学完第66课之后，玛亚伦想：“如果集体会造成‘我们和他们’，最好就不要觉得自己属于任何一个。”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不属于任何集体是个好主意吗？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看起来有道理：没有集体，就不会有对立。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但是归属能带来支持、陪伴和意义。我们每个人都需要它。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问题不在于有一个“我们”，而在于蔑视“他们”，或把他们简化成一件事。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结论：这是一个虚假的</a:t>
            </a:r>
            <a:r>
              <a:rPr sz="2400" b="1">
                <a:solidFill>
                  <a:srgbClr val="1F2A44"/>
                </a:solidFill>
                <a:latin typeface="Nunito Sans"/>
              </a:rPr>
              <a:t>两难</a:t>
            </a:r>
            <a:r>
              <a:rPr sz="2400" b="0">
                <a:solidFill>
                  <a:srgbClr val="1F2A44"/>
                </a:solidFill>
                <a:latin typeface="Nunito Sans"/>
              </a:rPr>
              <a:t>（第20课）。我们可以属于一些集体，同时善待外人。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个人身份认同是让你独一无二的东西；集体身份认同是你和一个集体共有的东西。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我们每个人同时有好几个集体身份认同，而且它们可以和平共处。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把一个人简化成只属于一个集体是不公平的：刻板印象是不完整的。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