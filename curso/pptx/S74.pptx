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第74课 · 第15单元 · 我是谁？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我们在成长中改变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身份认同在成长中改变；科尔伯格的理论描述了我们思考善与恶的方式是怎样变化的。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按阿明·马洛夫的说法，每个人同时有很多______。  （第73课）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认为“要么我属于一个群体，要么我善待外人”是一个虚假的______。  （第73课）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要减少足迹，个人的行动和______决定都很重要。  （第69课）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按阿明·马洛夫的说法，每个人同时有很多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归属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（第73课）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认为“要么我属于一个群体，要么我善待外人”是一个虚假的</a:t>
            </a:r>
            <a:r>
              <a:rPr sz="2600" b="1">
                <a:solidFill>
                  <a:srgbClr val="1F2A44"/>
                </a:solidFill>
                <a:latin typeface="Nunito Sans"/>
              </a:rPr>
              <a:t>两难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（第73课）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要减少足迹，个人的行动和</a:t>
            </a:r>
            <a:r>
              <a:rPr sz="2600" b="1">
                <a:solidFill>
                  <a:srgbClr val="1F2A44"/>
                </a:solidFill>
                <a:latin typeface="Nunito Sans"/>
              </a:rPr>
              <a:t>集体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决定都很重要。  （第69课）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想想六岁时的你：你的爱好、你的恐惧、你的朋友、你的思考方式。几乎一切都不一样。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你还是同一个人吗？什么变了，什么没变？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成长就是改变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成长就是改变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四种改变的方式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1F2A44"/>
                </a:solidFill>
                <a:latin typeface="Nunito Sans"/>
              </a:rPr>
              <a:t>认知方面</a:t>
            </a:r>
            <a:r>
              <a:rPr sz="2400" b="0">
                <a:solidFill>
                  <a:srgbClr val="1F2A44"/>
                </a:solidFill>
                <a:latin typeface="Nunito Sans"/>
              </a:rPr>
              <a:t>：与思考和学习有关的方面。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身体方面：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身体在长大、在变化，尤其是在青春期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认知方面：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我们能更好地思考观念，而不只是思考事物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个人方面：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爱好、朋友、性格都在变化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道德方面：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我们思考善与恶的方式在变化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成长就是改变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劳伦斯·科尔伯格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美国心理学家。他研究儿童和青少年面对一个</a:t>
            </a:r>
            <a:r>
              <a:rPr sz="2800" b="1">
                <a:solidFill>
                  <a:srgbClr val="1F2A44"/>
                </a:solidFill>
                <a:latin typeface="Nunito Sans"/>
              </a:rPr>
              <a:t>道德两难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时是怎么思考的：这是一个对两种回答都有理由的问题。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他最有名的两难：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海因茨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的两难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他关心的是</a:t>
            </a:r>
            <a:r>
              <a:rPr sz="2800" b="1">
                <a:solidFill>
                  <a:srgbClr val="1F2A44"/>
                </a:solidFill>
                <a:latin typeface="Nunito Sans"/>
              </a:rPr>
              <a:t>理由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，而不是答案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他提出了</a:t>
            </a:r>
            <a:r>
              <a:rPr sz="2800" b="1">
                <a:solidFill>
                  <a:srgbClr val="1F2A44"/>
                </a:solidFill>
                <a:latin typeface="Nunito Sans"/>
              </a:rPr>
              <a:t>三个水平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，每个水平有两个阶段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成长就是改变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科尔伯格的三个水平（一种理论）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水平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什么是对的……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我不抄袭，因为……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1 ·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前习俗水平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避免惩罚或得到奖励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如果被抓到，我就会不及格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2 ·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习俗水平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规范规定的、别人期待的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这是规矩，而且老师信任我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3 ·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后习俗水平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遵守原则，比如公正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就算没有任何规定禁止，这也是不公平的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“你已经不是你了”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一个男孩不踢足球改画画了，现在和另一个朋友圈在一起。一个朋友对他说：“你变了。你已经不是你了。”（编造的例子。）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这个男孩确实变了：爱好和朋友。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但在成长中改变是正常的：身份认同不是固定不变的。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有些东西还在：他的经历、他的家庭、他的回忆、他的许多价值观。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结论：改变不等于不再是自己。身份认同在变化，同时也在延续。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海因茨的两难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海因茨的妻子快死了。一位药剂师有药，但要价比海因茨能凑到的钱高得多。海因茨把药偷了。他做得对吗？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水平1：“他不该偷，因为会被关进监狱。”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水平2：“他不该偷：法律对所有人都一样。如果每个人都违反它，就没有秩序了。”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水平3：“他应该偷：一条生命比药剂师的钱更有价值。”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结论：科尔伯格不看你回答“是”还是“不是”，而是看你</a:t>
            </a:r>
            <a:r>
              <a:rPr sz="2400" b="1">
                <a:solidFill>
                  <a:srgbClr val="1F2A44"/>
                </a:solidFill>
                <a:latin typeface="Nunito Sans"/>
              </a:rPr>
              <a:t>为什么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这么说。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最高尚的回答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面对海因茨的两难，一个男孩回答说海因茨应该偷药。一个女孩回答说他不该偷。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想救一条生命的这个男孩，是在更高的水平上思考吗？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看起来是这样：救一条生命听起来更高尚。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但是这个男孩解释说：“他应该偷，因为如果她死了，他就剩下一个人了。”他只看对自己有利的：水平1。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这个女孩解释说：“不，因为法律对每个人都一样。”她想的是规范：水平2。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结论：水平不在答案里，而在理由里。要问“为什么？”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第3部分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一个有局限的理论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第3部分 · 一个有局限的理论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科尔伯格理论的局限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它是</a:t>
            </a:r>
            <a:r>
              <a:rPr sz="2400" b="1">
                <a:solidFill>
                  <a:srgbClr val="1F2A44"/>
                </a:solidFill>
                <a:latin typeface="Nunito Sans"/>
              </a:rPr>
              <a:t>一种理论</a:t>
            </a:r>
            <a:r>
              <a:rPr sz="2400" b="0">
                <a:solidFill>
                  <a:srgbClr val="1F2A44"/>
                </a:solidFill>
                <a:latin typeface="Nunito Sans"/>
              </a:rPr>
              <a:t>：是一种有证据的解释，不是封闭的真理。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它衡量的是我们怎么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思考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，不总是我们怎么</a:t>
            </a:r>
            <a:r>
              <a:rPr sz="2800" b="1">
                <a:solidFill>
                  <a:srgbClr val="1F2A44"/>
                </a:solidFill>
                <a:latin typeface="Nunito Sans"/>
              </a:rPr>
              <a:t>行动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按科尔伯格的说法，许多成年人到不了水平3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一开始他只研究男孩，而且只来自一个国家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另一些批评者说，它主要反映的是西方的价值观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第3部分 · 一个有局限的理论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关怀伦理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思考善的时候，关注人与人之间的关系和对具体的人的关怀，而不只是规范和原则。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由心理学家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卡罗尔·吉利根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于1982年提出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她批评科尔伯格一开始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只研究男孩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后来的研究：男孩和女孩之间的差异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很小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今天许多人把公正和关怀看作是互补的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身份认同在成长中改变，但有些东西在延续：改变不等于不再是自己。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科尔伯格提出了三个水平：避免惩罚、遵守规范、按原则行动。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这是一种受到批评的理论；卡罗尔·吉利根补充了关怀伦理。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