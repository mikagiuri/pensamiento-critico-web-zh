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第75课 · 第16单元 · 情绪和冲突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情绪有什么用？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情绪没有好坏之分：它告诉我们什么对我们重要。但它也可能出错，在气头上做决定往往会出问题。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按科尔伯格的看法，道德水平不是看回答，而是看______。  （第74课）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______变化与思考和学习有关。  （第74课）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批评一个想法不是______说这个想法的人。  （第63课）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按科尔伯格的看法，道德水平不是看回答，而是看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理由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认知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变化与思考和学习有关。  （第74课）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批评一个想法不是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攻击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说这个想法的人。  （第63课）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一个女孩看到另一个女孩一个小时前就读了她的消息，却没有回。她生气了。她写下“好吧，你别理我”，然后发了出去。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这个女孩感受到了什么？她有理由这样感受吗？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情绪、感受和想法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情绪、感受和想法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情绪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它是身体和头脑对我们在乎的事情做出的快速反应。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自己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出现的：我们不能选择它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它持续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很短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：几秒钟或几分钟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它会在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身体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上体现出来：心跳、脸、胃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情绪、感受和想法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我们常常混在一起的三样东西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是什么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例子：数学成绩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情绪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快速、持续很短的反应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看到一个3分，我的胃一下子缩紧了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感受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持续的、我会去想的情绪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我整整一个星期都很担心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想法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我对发生的事情的想法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“我这个学年都要不及格了”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情绪、感受和想法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每种情绪都是一个提醒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情绪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它提醒我……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它推着我去……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害怕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可能有危险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小心或保护自己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生气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有件事我觉得不公平，或者它挡住了我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保护自己，划出界限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难过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我失去了一样我在乎的东西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停下来，寻求支持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开心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有件事进展得好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重复它，并接近别人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情绪、感受和想法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情绪是告知，而不是命令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它们不是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好的或坏的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必须服从的命令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总是真的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它们是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让人舒服的或不舒服的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告知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我什么对我重要的信号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一条需要核实的线索：“我怎么知道？”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没有回的消息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一个女孩想：“另一个女孩不理我”，然后生气了。一个小时后，另一个女孩写道：“对不起，我在地铁里手机没电了。”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发生了什么？另一个女孩读了消息，没有回。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这个女孩有什么想法？“她不理我。”这个想法引出了生气。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她怎么知道的？她并不知道：还有其他可能的解释。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结论：很多时候，我们的感受来自我们自己的想法。而这个想法可能是假的。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在气头上做决定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在毕尔巴鄂大节上，一个男孩无意中推了一个同学一下，这个同学的三明治掉了。这个同学气坏了，当着所有人的面骂了他一句。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生气是合理的吗？是：他的晚饭没了。生气告知了一件真实的事。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这个决定好吗？不好：他在气头上做了决定，没有看看是不是无意的。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在气头上我们想得更差：我们决定得又快又没有理由（第16课）。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结论：情绪可以是合理的，决定却可能是坏的。先冷静下来，等一等，再做决定。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“情绪没有好坏”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一个男孩在操场上推了一个同学。后来他解释说：“我当时很生气。而且我们在课上说过情绪没有好坏。”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如果情绪没有好坏，那这个男孩就没有做错什么吗？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看起来这个男孩说得对：我们说过生气并不坏。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但这个男孩不只是感受：他推了人。这是一种行为。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情绪是不能选择的；我们用它做什么，却是可以选择的。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结论：生气不坏，但推人可能是坏的。感受和做是两回事。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在气头上做决定之前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在气头上做决定之前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情绪强烈时的三个步骤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就像我们在第16课看到的，吓唬你的人想让你快点做决定。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说出来：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“我很生气。”给它起个名字，就已经有助于思考了。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等一等：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先不发，先不回，先不做决定。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提问：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我有什么想法？我怎么知道？还有别的解释吗？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情绪是对我们在乎的事情做出的快速反应；感受则持续更久。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情绪没有好坏：它们告知我们，但也可能出错。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情绪不能选择；我们用它做什么，却是可以选择的。在气头上，最好先等一等。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