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批判性思维 · 第76课 · 第16单元 · 情绪和冲突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冲突不是打架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冲突是利益或需要的碰撞；可以用几种方式去面对，区分我提出的要求和我真正的需要会有帮助。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在你的练习单上写出缺少的词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情绪强烈时：说出名字、______、再提问。  （第75课）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恐惧提醒我们可能有______。  （第75课）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我论证中的每个理由都必须是真的、相关的，并且______。  （第71课）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用另一种颜色订正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情绪强烈时：说出名字、</a:t>
            </a:r>
            <a:r>
              <a:rPr sz="2600" b="1">
                <a:solidFill>
                  <a:srgbClr val="1F2A44"/>
                </a:solidFill>
                <a:latin typeface="Nunito Sans"/>
              </a:rPr>
              <a:t>等待</a:t>
            </a:r>
            <a:r>
              <a:rPr sz="2600" b="0">
                <a:solidFill>
                  <a:srgbClr val="1F2A44"/>
                </a:solidFill>
                <a:latin typeface="Nunito Sans"/>
              </a:rPr>
              <a:t>、再提问。  （第75课）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恐惧提醒我们可能有</a:t>
            </a:r>
            <a:r>
              <a:rPr sz="2600" b="1">
                <a:solidFill>
                  <a:srgbClr val="1F2A44"/>
                </a:solidFill>
                <a:latin typeface="Nunito Sans"/>
              </a:rPr>
              <a:t>危险</a:t>
            </a:r>
            <a:r>
              <a:rPr sz="2600" b="0">
                <a:solidFill>
                  <a:srgbClr val="1F2A44"/>
                </a:solidFill>
                <a:latin typeface="Nunito Sans"/>
              </a:rPr>
              <a:t>。  （第75课）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我论证中的每个理由都必须是真的、相关的，并且</a:t>
            </a:r>
            <a:r>
              <a:rPr sz="2600" b="1">
                <a:solidFill>
                  <a:srgbClr val="1F2A44"/>
                </a:solidFill>
                <a:latin typeface="Nunito Sans"/>
              </a:rPr>
              <a:t>充分</a:t>
            </a:r>
            <a:r>
              <a:rPr sz="2600" b="0">
                <a:solidFill>
                  <a:srgbClr val="1F2A44"/>
                </a:solidFill>
                <a:latin typeface="Nunito Sans"/>
              </a:rPr>
              <a:t>。  （第71课）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蕾尔和她的弟弟艾托尔想在同一时间用家里的电脑。每个人都在喊：“是我先要的！”没有人让步。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每个人真正想要什么？有没有一条出路，让两个人都赢？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什么是冲突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什么是冲突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冲突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它是一种碰撞，发生在想要或需要的东西在那一刻看起来互不相容的人之间。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它是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正常的</a:t>
            </a:r>
            <a:r>
              <a:rPr sz="2800" b="0">
                <a:solidFill>
                  <a:srgbClr val="1F2A44"/>
                </a:solidFill>
                <a:latin typeface="Nunito Sans"/>
              </a:rPr>
              <a:t>：在任何集体里都会出现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它和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打架</a:t>
            </a:r>
            <a:r>
              <a:rPr sz="2800" b="0">
                <a:solidFill>
                  <a:srgbClr val="1F2A44"/>
                </a:solidFill>
                <a:latin typeface="Nunito Sans"/>
              </a:rPr>
              <a:t>不是一回事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打架是</a:t>
            </a:r>
            <a:r>
              <a:rPr sz="2800" b="1">
                <a:solidFill>
                  <a:srgbClr val="1F2A44"/>
                </a:solidFill>
                <a:latin typeface="Nunito Sans"/>
              </a:rPr>
              <a:t>面对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冲突的一种糟糕的方式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什么是冲突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按碰撞的内容分的冲突类型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类型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碰撞的是什么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例子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资源方面的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只有一样东西，却有两个人想要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电脑、手柄、足球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需要方面的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一个人需要的东西打扰了另一个人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安静地学习，和听音乐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观念或价值观方面的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对重要的事情想法不同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在分配中什么是公平的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误会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一个人误解了另一个人说的话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一条用另一种语气读出来的消息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什么是冲突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面对冲突的五种态度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这是一个著名的模型，来自托马斯和基尔曼（1974）。它不是定律：它是用来帮助思考的。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回避：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我装作什么也没发生。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让步：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我让对方得到他想要的。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竞争：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我想赢，哪怕对方输。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妥协：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每个人放弃一部分。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合作：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我们一起找一条对两个人都好的出路。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什么是冲突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立场和利益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立场是我提出的要求。利益是我真正需要的，是我提出这个要求的原因。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立场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比利益更容易碰撞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关键问题：“你要它做什么？”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罗杰·费舍尔和威廉·尤里的想法（哈佛，1981）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已解决的案例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案例1 · 家里的电脑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蕾尔的立场：“我现在就要电脑。”艾托尔的立场：“我要用。”他们的妈妈问他们每个人：“你要它做什么？”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蕾尔的利益：在晚上8点之前交一份作业。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艾托尔的利益：和他的朋友们在线玩游戏，他们约在晚上9点。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立场是冲突的；利益却不冲突：两个人在一个晚上都能用上。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结论：蕾尔用到晚上8点，艾托尔再用。关注利益，就能合作。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案例2 · 公交车的座位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去乌尔代拜的郊游。陈想坐靠窗的位置。玛亚伦无所谓，但陈如果不看窗外就会晕车。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对玛亚伦来说，哪种态度合理？让步。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为什么要让步？她几乎不在乎，而陈很在乎。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让步不是输：是在这件事对你来说很小的时候做出的好选择。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结论：没有哪种态度总是好的。好的态度取决于每个人有多在乎。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完美的朋友圈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奥马尔吹嘘：“在我的朋友圈里从来没有冲突。”但奈亚拉总是让步，凯文遇到不喜欢的事就不说话。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如果他们从不争论，这就是一个没有冲突的朋友圈吗？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看起来是这样：没有喊叫，没有吵架。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但奈亚拉总是让步，凯文总是回避。冲突是存在的，只是被藏起来了。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被藏起来的冲突不会消失：它可能越长越大，就像群体思维那样（第66课）。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结论：没有吵架并不意味着没有冲突。有时是缺一个说“不”的人。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先自己写，不看笔记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两分钟。然后我们一起对照。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冲突是利益或需要的碰撞；它是正常的，不是打架。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有五种态度：回避、让步、竞争、妥协和合作；没有哪一种总是适用。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立场是我提出的要求；利益是我需要的东西。问一问“为了什么？”会有帮助。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分钟 · 独立完成 · 保持安静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台阶1 · 人人都做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台阶2 · 复习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台阶3 · 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第一遍：不看笔记，用圆珠笔写。第二遍：看笔记，换一种颜色。每个答案都标出“确定”或“不确定”。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