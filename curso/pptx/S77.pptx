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批判性思维 · 第77课 · 第16单元 · 情绪和冲突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社交网络上的冲突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在社交网络上，冲突会变得更大，因为看不到脸，一切都被保存下来并被看到；在那里也有权利和义务。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在你的练习单上写出缺少的词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______是人与人之间的碰撞，因为他们想要的东西看起来不能兼得。  （第76课）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______就是一起寻找对双方都好的出路。  （第76课）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______是让群体团结在一起的力量。  （第65课）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用另一种颜色订正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冲突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是人与人之间的碰撞，因为他们想要的东西看起来不能兼得。  （第76课）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合作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就是一起寻找对双方都好的出路。  （第76课）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凝聚力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是让群体团结在一起的力量。  （第65课）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有人把一个女孩的一段私人语音截了图，发到了班级群里。十分钟里有六十个人看到了。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为什么这比只对一个人说更伤人？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第1部分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为什么在社交网络上冲突升级得更厉害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为什么在社交网络上冲突升级得更厉害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冲突在社交网络上变大的四个原因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1F2A44"/>
                </a:solidFill>
                <a:latin typeface="Nunito Sans"/>
              </a:rPr>
              <a:t>升级 = 变得越来越大。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看不到脸：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你看不到对方是在笑还是在哭。缺少语气。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匿名：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躲在一个假账号后面，有些人敢做得更过分。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截图：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一切都被保存下来，可以转发、截取，或者断章取义。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公开：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很多人看到，而且每一个“点赞”都在鼓励继续下去。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为什么在社交网络上冲突升级得更厉害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网络欺凌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就是用手机、社交网络或电子游戏，故意并且反复地伤害一个人。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有伤害的</a:t>
            </a:r>
            <a:r>
              <a:rPr sz="2800" b="1">
                <a:solidFill>
                  <a:srgbClr val="1F2A44"/>
                </a:solidFill>
                <a:latin typeface="Nunito Sans"/>
              </a:rPr>
              <a:t>意图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重复：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一条发布的内容可以一次又一次地伤害人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不平衡：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受害者不容易为自己辩护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为什么在社交网络上冲突升级得更厉害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在社交网络上的权利和义务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6000"/>
                <a:gridCol w="5456000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我有权利……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所以我有义务……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隐私：</a:t>
                      </a:r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我的私人消息保持私密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不转发别人私人聊天的截图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肖像权：</a:t>
                      </a:r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决定我的照片出现在哪里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在发布别人的照片或视频之前，先征得许可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尊重：</a:t>
                      </a:r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不被辱骂，不被羞辱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不辱骂、不羞辱别人，即使是匿名的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第2部分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已解决的案例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案例1 · 截图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一个女孩生气了，私下给一个同学写道：“另一个女孩真烦人。”这个同学截了图，发到了班级群里。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这个女孩是在气头上写的（第75课），但是私下写的。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这个同学侵犯了这个女孩的隐私：这条消息只是写给她一个人的。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现在全班都读到了，包括另一个女孩。没有脸，没有语气，还被保存下来：冲突变大了。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结论：转发的人也有责任。转发不是中立的。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案例2 · 没有名字的账号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一个没有头像也没有名字的账号，评论一个男孩的每一张照片：“你这是什么样子”“没人受得了你”。已经这样三个星期了。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有伤害的意图吗？有：这些评论就是想羞辱人。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重复吗？有：三个星期。不平衡吗？有：这个男孩不知道那是谁。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这是网络欺凌。这个男孩不应该在气头上回应：保存截图，拉黑，并举报。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结论：网络欺凌不能一个人忍着。要告诉一个值得信任的大人。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“只是个玩笑”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一个男孩拍下一个同学在操场上绊倒的视频，配上搞笑的音乐，发了出去。很多人在笑。这个男孩说：“只是个玩笑。”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如果这个男孩是闹着玩的，就没事了吗？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看起来不是：这个男孩并不想伤害人，大家也在笑。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但是这个同学在笑吗？他同意了吗？他的形象是属于他自己的。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一个玩笑，是所有人都笑，包括视频里的人。否则，就是在嘲笑一个人。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结论：意图并不能抹去伤害。未经许可发布视频，是不尊重这个同学。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第3部分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如果发生在你身上，或者你看到了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第3部分 · 如果发生在你身上，或者你看到了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面对社交网络上的冲突该怎么办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不要在气头上回应：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说出来，等一等，再提问。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不要转发：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如果你不传播，就不会让它变大。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保存证据，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拉黑，并在应用内举报。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告诉</a:t>
            </a:r>
            <a:r>
              <a:rPr sz="2800" b="0">
                <a:solidFill>
                  <a:srgbClr val="1F2A44"/>
                </a:solidFill>
                <a:latin typeface="Nunito Sans"/>
              </a:rPr>
              <a:t>一个值得信任的大人。也有免费的电话</a:t>
            </a:r>
            <a:r>
              <a:rPr sz="2800" b="1">
                <a:solidFill>
                  <a:srgbClr val="1F2A44"/>
                </a:solidFill>
                <a:latin typeface="Nunito Sans"/>
              </a:rPr>
              <a:t>017</a:t>
            </a:r>
            <a:r>
              <a:rPr sz="2800" b="0">
                <a:solidFill>
                  <a:srgbClr val="1F2A44"/>
                </a:solidFill>
                <a:latin typeface="Nunito Sans"/>
              </a:rPr>
              <a:t>（INCIBE）。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先自己写，不看笔记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两分钟。然后我们一起对照。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在社交网络上冲突会变大：没有脸、匿名、一切都被保存下来，还有很多人看到。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网络欺凌就是用技术手段故意并反复地伤害人。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你的形象和你的私人消息是你的；别人的也是别人的。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分钟 · 独立完成 · 保持安静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台阶1 · 人人都做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台阶2 · 复习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台阶3 · 挑战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第一遍：不看笔记，用圆珠笔写。第二遍：看笔记，换一种颜色。每个答案都标出“确定”或“不确定”。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