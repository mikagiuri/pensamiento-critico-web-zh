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第77课 · 第16单元 · 情绪和冲突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社交网络上的冲突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在社交网络上，冲突会变得更大，因为看不到脸，一切都被保存下来并被看到；在那里也有权利和义务。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______是人与人之间的碰撞，因为他们想要的东西看起来不能兼得。  （第76课）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______就是一起寻找对双方都好的出路。  （第76课）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______是让群体团结在一起的力量。  （第65课）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冲突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是人与人之间的碰撞，因为他们想要的东西看起来不能兼得。  （第76课）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合作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就是一起寻找对双方都好的出路。  （第76课）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凝聚力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是让群体团结在一起的力量。  （第65课）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有人把玛亚伦的一段私人语音截了图，发到了班级群里。十分钟里有六十个人看到了。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为什么这比只对一个人说更伤人？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为什么在社交网络上冲突升级得更厉害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为什么在社交网络上冲突升级得更厉害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冲突在社交网络上变大的四个原因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升级 = 变得越来越大。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看不到脸：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你看不到对方是在笑还是在哭。缺少语气。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匿名：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躲在一个假账号后面，有些人敢做得更过分。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截图：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一切都被保存下来，可以转发、截取，或者断章取义。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公开：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很多人看到，而且每一个“点赞”都在鼓励继续下去。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为什么在社交网络上冲突升级得更厉害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网络欺凌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就是用手机、社交网络或电子游戏，故意并且反复地伤害一个人。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有伤害的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意图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重复：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一条发布的内容可以一次又一次地伤害人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不平衡：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受害者不容易为自己辩护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为什么在社交网络上冲突升级得更厉害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在社交网络上的权利和义务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我有权利……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所以我有义务……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隐私：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我的私人消息保持私密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不转发别人私人聊天的截图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肖像权：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决定我的照片出现在哪里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在发布别人的照片或视频之前，先征得许可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尊重：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不被辱骂，不被羞辱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不辱骂、不羞辱别人，即使是匿名的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截图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奈亚拉生气了，私下给雅斯敏写道：“蕾尔真烦人。”雅斯敏截了图，发到了班级群里。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奈亚拉是在气头上写的（第75课），但是私下写的。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雅斯敏侵犯了奈亚拉的隐私：这条消息只是写给她一个人的。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现在全班都读到了，包括蕾尔。没有脸，没有语气，还被保存下来：冲突变大了。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结论：转发的人也有责任。转发不是中立的。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没有名字的账号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一个没有头像也没有名字的账号，评论奥马尔的每一张照片：“你这是什么样子”“没人受得了你”。已经这样三个星期了。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有伤害的意图吗？有：这些评论就是想羞辱人。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重复吗？有：三个星期。不平衡吗？有：奥马尔不知道那是谁。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这是网络欺凌。奥马尔不应该在气头上回应：保存截图，拉黑，并举报。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结论：网络欺凌不能一个人忍着。要告诉一个值得信任的大人。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“只是个玩笑”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迪伦拍下陈在操场上绊倒的视频，配上搞笑的音乐，发了出去。很多人在笑。迪伦说：“只是个玩笑。”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如果迪伦是闹着玩的，就没事了吗？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看起来不是：迪伦并不想伤害人，大家也在笑。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但是陈在笑吗？他同意了吗？他的形象是属于他自己的。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一个玩笑，是所有人都笑，包括视频里的人。否则，就是在嘲笑一个人。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结论：意图并不能抹去伤害。未经许可发布视频，是不尊重陈。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如果发生在你身上，或者你看到了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如果发生在你身上，或者你看到了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面对社交网络上的冲突该怎么办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不要在气头上回应：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说出来，等一等，再提问。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不要转发：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如果你不传播，就不会让它变大。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保存证据，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拉黑，并在应用内举报。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告诉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一个值得信任的大人。也有免费的电话</a:t>
            </a:r>
            <a:r>
              <a:rPr sz="2800" b="1">
                <a:solidFill>
                  <a:srgbClr val="1F2A44"/>
                </a:solidFill>
                <a:latin typeface="Nunito Sans"/>
              </a:rPr>
              <a:t>017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（INCIBE）。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在社交网络上冲突会变大：没有脸、匿名、一切都被保存下来，还有很多人看到。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网络欺凌就是用技术手段故意并反复地伤害人。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你的形象和你的私人消息是你的；别人的也是别人的。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