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第78课 · 第17单元 · 友谊、爱情与家庭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什么是朋友？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亚里士多德把友谊分为基于利益、基于快乐和基于美德三种；好朋友希望你好，即使有时这意味着对你说“不”。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一张______可以被转发、截取，或者断章取义。  （第77课）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上传别人的照片或视频之前，必须先征得______。  （第77课）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______身份认同是让你独一无二的东西：你的经历、你的性格、你的喜好。  （第73课）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一张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截图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可以被转发、截取，或者断章取义。  （第77课）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上传别人的照片或视频之前，必须先征得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同意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个人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身份认同是让你独一无二的东西：你的经历、你的性格、你的喜好。  （第73课）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Iker 在 Instagram 上有600个粉丝，还有一个30个同伴的 WhatsApp 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他们当中有多少是真正的朋友？你怎么知道？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三种友谊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三种友谊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没有朋友，没有人愿意活着，即使他拥有其他所有的好东西。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亚里士多德，《尼各马可伦理学》第八卷（公元前4世纪）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三种友谊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友谊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在亚里士多德看来，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友谊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是互相希望对方好，并且彼此知道：每个人都希望对方好。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mutua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si solo quiere uno, no es amistad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dos lo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saben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es un cariño escondido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Aristóteles fue un filósofo griego, alumno de Platón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三种友谊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三种友谊（亚里士多德）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类型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我想从对方那里得到什么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能持续多久？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基于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利益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对我有用：帮助我、借东西给我、对我方便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对方不再有用，友谊就结束了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基于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快乐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玩得开心：很有趣，有共同的爱好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对方不再带来快乐，友谊就结束了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基于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美德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（为了这个人本身）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为了这个人：我希望他好，是因为他这个人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能持续很久，但很少见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三种友谊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亚里士多德补充的话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amistades por utilidad y por placer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son falsas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son más frágiles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Según él, los jóvenes suelen hacer amistades por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placer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y cambian a menudo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amistad por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virtud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también es útil y agradable, pero no depende de eso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Necesita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tiempo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trato: no se hace en una semana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陈的三个朋友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陈和 Dylan 坐在一起，因为 Dylan 把笔记借给他。他和 Omar 一起玩 Fortnite。他和 Naiara 从小学起什么都聊。（虚构的例子。）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Dylan：对他有用，因为有笔记。这是基于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利益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的友谊。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Omar：他们一起玩得开心。这是基于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快乐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的友谊。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Naiara：他们喜欢对方本来的样子，已经很多年了。这很像基于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美德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的友谊。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结论：这三种都是友谊。但如果没有了笔记或游戏，友谊就可能结束。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群体压力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 WhatsApp 群里，Leire 的小圈子在嘲笑一个新来的女生。Leire 不想笑，但她想：“如果我不笑，他们就会把我排除在外。”（虚构的例子。）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这就是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群体压力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：为了不被排除在外而去做一件事，就像阿施实验（第29课）那样。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有用的问题：他们喜欢的是我，还是只喜欢我照着群体做的样子？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在阿施实验里，只要有一个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盟友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，几乎所有人都能抵抗。一声“不”能帮助别人也说出口。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结论：真正的朋友不会要求你伤害别人，才肯继续做你的朋友。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“如果你是我的朋友，你就会帮我打掩护”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Iker 想让 Aitor 对他妈妈说，昨天他们一起学习了。其实 Iker 去了老城区。“如果你是我的朋友，你就会帮我打掩护。”（虚构的例子。）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 Aitor 说不，他是坏朋友吗？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看起来是的：朋友会支持你、替你打掩护。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但在基于美德的友谊里，我希望的是对方的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好处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，而不是给他他要的一切。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替他撒谎可能会让他惹上更大的麻烦。亚里士多德还说，好朋友不会向对方要求坏事。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结论：对不对的事说“不”，也可以是在关心朋友。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在亚里士多德看来，友谊是互相希望对方好，并且彼此知道。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友谊有基于利益、基于快乐和基于美德三种，基于美德的友谊爱的是这个人本身。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好朋友希望你好：有时这意味着说“不”。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