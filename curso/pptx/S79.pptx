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第79课 · 第17单元 · 友谊、爱情与家庭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浪漫爱情的迷思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浪漫爱情的迷思是关于爱情的错误或夸大的信念，比如“嫉妒证明有爱”；它们可能把控制伪装成关爱。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因______结成的友谊，建立在一起开心的基础上。  （第78课）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______压力是指为了不被排斥在外而去做某件事。  （第78课）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生态足迹用______公顷来衡量。  （第67课）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因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快乐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结成的友谊，建立在一起开心的基础上。  （第78课）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群体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压力是指为了不被排斥在外而去做某件事。  （第78课）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生态足迹用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全球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公顷来衡量。  （第67课）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一首虚构歌曲的歌词：“没有你我什么都不是。你是我的另一半。我爱你爱得嫉妒得要死。”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这段歌词里有哪些关于爱情的想法？它们是真的吗？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迷思、角色与控制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迷思、角色与控制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浪漫爱情的迷思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浪漫爱情的</a:t>
            </a:r>
            <a:r>
              <a:rPr sz="2800" b="1">
                <a:solidFill>
                  <a:srgbClr val="1F2A44"/>
                </a:solidFill>
                <a:latin typeface="Nunito Sans"/>
              </a:rPr>
              <a:t>迷思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是关于爱情的一种信念，很多人以为它是真的，但其实是错误或夸大的。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我们从电影、歌曲、剧集和社交网络里学到它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我们相信它是出于</a:t>
            </a:r>
            <a:r>
              <a:rPr sz="2800" b="1">
                <a:solidFill>
                  <a:srgbClr val="1F2A44"/>
                </a:solidFill>
                <a:latin typeface="Nunito Sans"/>
              </a:rPr>
              <a:t>习惯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和群体（第5课）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“另一半”的想法早在柏拉图的《会饮篇》里就出现了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心理学家卡洛斯·耶拉（Carlos Yela）在西班牙研究并分类过这些迷思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迷思、角色与控制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四个迷思及其错在哪里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迷思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说什么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错在哪里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另一半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世上只有一个人是为你而生的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没有人是缺一半的；爱情可以不止一次到来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嫉妒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就是爱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他会嫉妒，说明他爱你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嫉妒说明的是恐惧和不安全感，而不是爱有多深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爱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无所不能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只要你们相爱，一切都会解决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如果有不尊重或伤害，光有爱是不够的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“如果他爱我，就会给我看他的</a:t>
                      </a:r>
                      <a:r>
                        <a:rPr sz="2000" b="1">
                          <a:solidFill>
                            <a:srgbClr val="1F2A44"/>
                          </a:solidFill>
                          <a:latin typeface="Nunito Sans"/>
                        </a:rPr>
                        <a:t>手机</a:t>
                      </a:r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”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爱的人没有秘密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每个人都有权保留自己的隐私，在恋爱中也一样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迷思、角色与控制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恋爱关系中的性别角色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1F2A44"/>
                </a:solidFill>
                <a:latin typeface="Nunito Sans"/>
              </a:rPr>
              <a:t>关于男生和女生在恋爱中“应该”怎样的固定想法：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“他保护并做决定；她等待并让步”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“男生哭或求助，就是软弱”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这些是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刻板印象</a:t>
            </a:r>
            <a:r>
              <a:rPr sz="2800" b="0">
                <a:solidFill>
                  <a:srgbClr val="1F2A44"/>
                </a:solidFill>
                <a:latin typeface="Nunito Sans"/>
              </a:rPr>
              <a:t>（第45课）：它们并不能描述真实的人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恋爱关系有很多种形式，不谈恋爱也是一种选择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迷思、角色与控制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伪装成关爱的控制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当有人监视或限制自己的伴侣，并把它说成是爱或担心时，这就是</a:t>
            </a:r>
            <a:r>
              <a:rPr sz="2800" b="1">
                <a:solidFill>
                  <a:srgbClr val="1F2A44"/>
                </a:solidFill>
                <a:latin typeface="Nunito Sans"/>
              </a:rPr>
              <a:t>控制</a:t>
            </a:r>
            <a:r>
              <a:rPr sz="2800" b="1">
                <a:solidFill>
                  <a:srgbClr val="1F2A44"/>
                </a:solidFill>
                <a:latin typeface="Nunito Sans"/>
              </a:rPr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随时要求对方发位置，或者问“你和谁在一起？”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决定你和谁见面或穿什么衣服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要密码或检查手机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你没有马上回复就生气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已解决的案例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案例1 · “把位置发给我”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一个男孩每小时都给女朋友发消息：“你在哪儿？和谁在一起？把位置发给我。”他还补充说：“这是因为我担心你。”（虚构的例子。）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这个男孩说了什么？说这是担心、是关爱。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他做了什么？他随时监视女朋友在哪里、和谁在一起。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我怎么知道？我看事实，而不是看标签。偶尔担心一下，不等于每小时监视一次。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结论：这是伪装成关爱的</a:t>
            </a:r>
            <a:r>
              <a:rPr sz="2400" b="1">
                <a:solidFill>
                  <a:srgbClr val="1F2A44"/>
                </a:solidFill>
                <a:latin typeface="Nunito Sans"/>
              </a:rPr>
              <a:t>控制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。把它叫作爱，它也不会变成爱。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案例2 · 感到嫉妒和利用嫉妒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一个女孩看到男朋友和一个女同学笑得很开心。她感到嫉妒。（虚构的例子。）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偶尔感到嫉妒是人之常情：这是一种情绪，不是罪过。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这个女孩怎么处理这种情绪是另一回事：她可以平静地谈一谈，也可以监视和禁止。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迷思就是相信嫉妒能</a:t>
            </a:r>
            <a:r>
              <a:rPr sz="2400" b="1">
                <a:solidFill>
                  <a:srgbClr val="1F2A44"/>
                </a:solidFill>
                <a:latin typeface="Nunito Sans"/>
              </a:rPr>
              <a:t>证明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爱，并且赋予人控制对方的权利。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结论：情绪不是我们选择的；但怎么处理它，是我们选择的。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是控制，还是健康的关系？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控制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把嫉妒当作爱的证明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检查手机、要密码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让你远离你的朋友圈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健康的关系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尊重：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你的决定和你的界限都算数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信任：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不需要监视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自由：</a:t>
            </a:r>
            <a:r>
              <a:rPr sz="2600" b="0">
                <a:solidFill>
                  <a:srgbClr val="1F2A44"/>
                </a:solidFill>
                <a:latin typeface="Nunito Sans"/>
              </a:rPr>
              <a:t>你有自己的生活、朋友和爱好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已解决的案例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不互相给对方看手机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一个女孩和一个男孩已经在一起一年了。他们不检查对方的手机，也不互相要密码。另一个女孩认为：“这说明他们互相不信任。”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另一个女孩说得对吗？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看起来有道理：如果没有秘密，为什么不给对方看呢？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但不查对方的手机恰恰相反：这是</a:t>
            </a:r>
            <a:r>
              <a:rPr sz="2400" b="1">
                <a:solidFill>
                  <a:srgbClr val="1F2A44"/>
                </a:solidFill>
                <a:latin typeface="Nunito Sans"/>
              </a:rPr>
              <a:t>信任</a:t>
            </a:r>
            <a:r>
              <a:rPr sz="2400" b="0">
                <a:solidFill>
                  <a:srgbClr val="1F2A44"/>
                </a:solidFill>
                <a:latin typeface="Nunito Sans"/>
              </a:rPr>
              <a:t>。如果你信任，就不需要检查。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另一个女孩是怎么知道的？她从一个其实指向相反方向的事实里得出了结论。而且隐私是一种权利。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结论：尊重对方的手机不是不信任；这通常是关系健康的标志。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浪漫爱情的迷思是关于爱情的错误或夸大的信念。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嫉妒不能证明爱；监视和控制不是关爱。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健康的关系建立在尊重、信任和自由之上。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