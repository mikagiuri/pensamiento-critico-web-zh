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第80课 · 第17单元 · 友谊、爱情与家庭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多样的家庭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家庭有很多种模式；共同点是关爱和联系。把我的家庭当作“正常的”，就是草率概括。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监视伴侣并说成是担心，其实是披着关爱外衣的______。  （第79课）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关于男生和女生在恋爱中应该怎样的固定想法，叫做______。  （第79课）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情绪没有好坏之分：只有愉快或______的。  （第75课）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监视伴侣并说成是担心，其实是披着关爱外衣的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控制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（第79课）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关于男生和女生在恋爱中应该怎样的固定想法，叫做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刻板印象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（第79课）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情绪没有好坏之分：只有愉快或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不愉快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的。  （第75课）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一本旧课本画的“家庭”：一个爸爸、一个妈妈、一个男孩、一个女孩和一只狗。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它和你认识的所有家庭都一样吗？是什么让一个群体成为家庭？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家庭的模式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家庭的模式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家庭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我们通常把因关爱和长久的联系而结合在一起的人称为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家庭</a:t>
            </a:r>
            <a:r>
              <a:rPr sz="2800" b="1">
                <a:solidFill>
                  <a:srgbClr val="1F2A44"/>
                </a:solidFill>
                <a:latin typeface="Nunito Sans"/>
              </a:rPr>
              <a:t>：血缘、伴侣、收养或寄养。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联系：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一种持续很长时间的结合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关爱：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彼此照顾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确切的定义是有争议的：这只是看待它的一种方式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家庭的模式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一些家庭模式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核心家庭：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一位妈妈和一位爸爸，加上他们的孩子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单亲家庭：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一位妈妈或一位爸爸单独带着孩子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重组家庭：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一对伴侣，带着各自前一段关系中的孩子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同性父母家庭：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两位妈妈或两位爸爸；在西班牙，自2005年起婚姻合法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还有：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大家庭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（有祖父母、叔伯姑姨……）、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寄养家庭</a:t>
            </a:r>
            <a:r>
              <a:rPr sz="2800" b="0">
                <a:solidFill>
                  <a:srgbClr val="1F2A44"/>
                </a:solidFill>
                <a:latin typeface="Nunito Sans"/>
              </a:rPr>
              <a:t>、没有孩子的家庭……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家庭的模式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它们有什么共同点？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关爱：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有人照顾你：饮食、健康、学习、疼爱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联系：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一种持续很长时间的关系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冲突：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每个家庭都会争吵、商量规矩、重归于好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形式会变；重要的是他们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怎样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对待彼此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“正常的家庭”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 和妈妈、外婆住在一起。在课堂上他听到：“正常的家庭是爸爸、妈妈和孩子。”他觉得很别扭。（虚构的例子。）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说这话的人是怎么知道的？大概是看了自己家和朋友们的家。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例子很少，也不够多样：这是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草率概括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（第19课）。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在毕尔巴鄂的任何一所中学里，都有各种类型的家庭。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结论：Aitor 的家庭并不比别人的更不像家庭。这里有关爱，也有联系。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为浴室吵架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Dylan 和妈妈、妈妈的伴侣以及伴侣的两个女儿住在一起。他们为浴室和电视遥控器吵架。（虚构的例子。）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家庭类型：</a:t>
            </a:r>
            <a:r>
              <a:rPr sz="2400" b="1">
                <a:solidFill>
                  <a:srgbClr val="1F2A44"/>
                </a:solidFill>
                <a:latin typeface="Nunito Sans"/>
              </a:rPr>
              <a:t>重组家庭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吵架是不是说明这不是真正的家庭？不是：每个家庭都有冲突。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重要的是怎么解决：谈一谈、有明确的规矩、互相尊重。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结论：冲突不会让家庭破裂。重要的是他们怎样对待彼此。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思考家庭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草率概括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“我的家庭是正常的”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“每家都和我家一样”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“别的家庭很奇怪”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更好地思考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我的家庭只是众多家庭中的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一种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我看了多少个例子？（第19课）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共同点：关爱和联系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“正常”就是最常见的吗？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在 Kevin 的班里，大多数人和爸爸妈妈住在一起。Kevin 得出结论：“这才是正常的家庭，别的都不是。”（虚构的例子。）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如果它最常见，它就是正常的吗？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看起来是这样：最常见的就是“正常的”。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但“正常”有两个意思：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常见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（数量最多的）和</a:t>
            </a:r>
            <a:r>
              <a:rPr sz="2400" b="1">
                <a:solidFill>
                  <a:srgbClr val="1F2A44"/>
                </a:solidFill>
                <a:latin typeface="Nunito Sans"/>
              </a:rPr>
              <a:t>正确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（应该有的样子）。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一件事常见，并不说明它更好。Kevin 没有察觉自己从一个意思跳到了另一个意思。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结论：一种家庭可以不那么常见，但同样是家庭。要小心有两个意思的词。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家庭有很多种模式：核心家庭、单亲家庭、重组家庭、同性父母家庭、大家庭、寄养家庭……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它们的共同点是关爱和长久的联系。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把我的家庭当作“正常的”，是草率概括。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