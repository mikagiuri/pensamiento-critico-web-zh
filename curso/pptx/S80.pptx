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第80课 · 第17单元 · 友谊、爱情与家庭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多样的家庭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家庭有很多种模式；共同点是关爱和联系。把我的家庭当作“正常的”，就是草率概括。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监视伴侣并说成是担心，其实是披着关爱外衣的______。  （第79课）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关于男生和女生在恋爱中应该怎样的固定想法，叫做______。  （第79课）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情绪没有好坏之分：只有愉快或______的。  （第75课）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监视伴侣并说成是担心，其实是披着关爱外衣的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控制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关于男生和女生在恋爱中应该怎样的固定想法，叫做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刻板印象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情绪没有好坏之分：只有愉快或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不愉快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（第75课）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一本旧课本画的“家庭”：一个爸爸、一个妈妈、一个男孩、一个女孩和一只狗。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它和你认识的所有家庭都一样吗？是什么让一个群体成为家庭？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家庭的模式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家庭的模式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家庭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我们通常把因关爱和长久的联系而结合在一起的人称为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家庭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：血缘、伴侣、收养或寄养。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unión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ocupan unos de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definición exacta está discutida: esta es una forma de verlo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家庭的模式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一些家庭模式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Nuclear: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y un padre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Monoparental: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o un padre solo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Reconstituida: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pareja con hijos de relaciones anteriores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dos madres o dos padres; en España, matrimonio legal desde 2005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 también: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extensa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(con abuelos, tíos…),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acogida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sin hijos…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家庭的模式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它们有什么共同点？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alguien se ocupa de ti: comida, salud, estudios, cariño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relación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Conflictos: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todas se discute, se negocian normas y se hacen las paces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forma cambia; lo que cuenta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tratan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“正常的家庭”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Aitor 和妈妈、外婆住在一起。在课堂上他听到：“正常的家庭是爸爸、妈妈和孩子。”他觉得很别扭。（虚构的例子。）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说这话的人是怎么知道的？大概是看了自己家和朋友们的家。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例子很少，也不够多样：这是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草率概括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（第19课）。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在毕尔巴鄂的任何一所中学里，都有各种类型的家庭。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结论：Aitor 的家庭并不比别人的更不像家庭。这里有关爱，也有联系。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为浴室吵架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 和妈妈、妈妈的伴侣以及伴侣的两个女儿住在一起。他们为浴室和电视遥控器吵架。（虚构的例子。）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家庭类型：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重组家庭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吵架是不是说明这不是真正的家庭？不是：每个家庭都有冲突。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重要的是怎么解决：谈一谈、有明确的规矩、互相尊重。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结论：冲突不会让家庭破裂。重要的是他们怎样对待彼此。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思考家庭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草率概括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«Mi familia es la normal»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«En todas las casas se hace como en la mía»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«Las otras familias son raras»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更好地思考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 familia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una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muchas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¿Cuántos casos he mirado? （第19课）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 común: cuidado y vínculo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“正常”就是最常见的吗？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 Kevin 的班里，大多数人和爸爸妈妈住在一起。Kevin 得出结论：“这才是正常的家庭，别的都不是。”（虚构的例子。）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如果它最常见，它就是正常的吗？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看起来是这样：最常见的就是“正常的”。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但“正常”有两个意思：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常见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（数量最多的）和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正确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（应该有的样子）。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一件事常见，并不说明它更好。Kevin 没有察觉自己从一个意思跳到了另一个意思。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结论：一种家庭可以不那么常见，但同样是家庭。要小心有两个意思的词。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家庭有很多种模式：核心家庭、单亲家庭、重组家庭、同性父母家庭、大家庭、寄养家庭……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它们的共同点是关爱和长久的联系。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把我的家庭当作“正常的”，是草率概括。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