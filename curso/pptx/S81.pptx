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第81课 · 第18单元 · 不同，但平等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性与性别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我们通常把性（生理的）和性别（每个社会赋予男人或女人的角色和期待）区分开来。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把我的家庭当作“正常的”，是一种______的概括。  （第80课）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______家庭是由一位母亲或父亲单独和孩子组成的。  （第80课）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说“要么我改变，要么政府改变”，是一个虚假的______。  （第69课）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把我的家庭当作“正常的”，是一种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草率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的概括。  （第80课）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单亲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家庭是由一位母亲或父亲单独和孩子组成的。  （第80课）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说“要么我改变，要么政府改变”，是一个虚假的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两难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（第69课）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玩具店里有两条过道：一条是粉色的，有洋娃娃和小厨房；另一条是蓝色的，有球和小汽车。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是谁决定哪些玩具是“女孩的”，哪些是“男孩的”？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两个不同的词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两个不同的词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我们把身体的生物学特征称为性：染色体、激素和器官。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Viene con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cuerpo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estudian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biología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la medicina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la voz cambia en la pubertad por las hormonas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两个不同的词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性别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性别是一个社会赋予男人或女人的角色和期待。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papel que se espera que hagas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aprende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en casa, en la escuela, en las pantallas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«los chicos no lloran», «las chicas cuidan»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Solemos distinguir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así; hay quien lo explica de otras formas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两个不同的词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是性，还是性别？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句子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说的是什么？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“他的声音在青春期变了”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性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：身体和激素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“女孩要文静”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性别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：一种社会期待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“男人不洗碗”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性别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：被教出来的一种角色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两个不同的词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角色会随时代和地方而变化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el siglo XVII, los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tacones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eran moda de hombres nobles en Europa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Rosa para niñas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azul para niños: se extendió en el siglo XX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Escocia, muchos hombres llevan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falda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(el kilt) en las fiestas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hasta 1975, una mujer casada necesitaba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permiso del marido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trabajar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性别刻板印象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性别刻板印象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性别刻板印象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性别刻板印象是关于男人或女人是什么样、应该是什么样的一种固定而简化的想法。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Nace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generalizar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deprisa, como vimos en la 第19课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parece al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efecto halo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（第45课）: un rasgo decide todo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que lo desmonta: «¿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cómo lo sabes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? ¿Todas? ¿Todos?»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性别刻板印象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机器人小组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Iker 看到学校机器人小组的名单，说：“一个女生？女生不适合搞技术。”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他说了什么？他说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所有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女生在技术方面都不行。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他是怎么知道的？他并不知道：他不认识那个女生，也没见过她做的事。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他从“她是女生”一下子跳到“她不行”：用一个特点去评判一个完整的人。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结论：这是刻板印象。要知道一个人行不行，就得看她做了什么。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性别刻板印象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数据不是刻板印象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Maialen 说：“我们足球学校有40个男生和12个女生”（虚构的例子）。Naiara 回答：“这是刻板印象！”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Maialen 说了什么？一个数字：报名的男生和女生各有多少。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这可以通过数一数来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核实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。这是数据，不是固定的想法。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刻板印象会是另一句话：“女生不会踢足球。”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结论：描述差异不是刻板印象。把某种特点按所属群体安到每个人身上，才是。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性别刻板印象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一个听起来很好听的刻板印象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Omar 对妹妹说：“妈妈的生日你来安排吧，女生比较有条理。”他是把这话当作夸奖来说的。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如果是夸奖，它还会是刻板印象吗？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看起来不是：他说的是女生的好话。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但他是因为妹妹是女生而不是因为她本人的样子来评判她。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而且顺便把任务推给了她，自己却推掉了。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结论：听起来好听的刻板印象仍然是刻板印象。它同样把人关进了一个角色里。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我们通常把性（生理的）和性别（社会的）区分开来。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性别角色是学来的，会随时代和地方而变化。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性别刻板印象按群体来评判一个人，即使听起来像夸奖。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