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第82课 · 第18单元 · 不同，但平等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性别不平等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不同不等于不平等；数据显示存在性别不平等，每一个差异都需要我们问一问为什么。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刻板印象来自匆忙地______，就像草率概括一样。  （第81课）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______是指一个社会把做男人或做女人与之联系在一起的角色和期待。  （第81课）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______有害消息的人也要负责。  （第77课）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刻板印象来自匆忙地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概括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，就像草率概括一样。  （第81课）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社会性别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是指一个社会把做男人或做女人与之联系在一起的角色和期待。  （第81课）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转发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有害消息的人也要负责。  （第77课）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Kevin：“女生和男生现在已经平等了。今天任何人都可以学自己想学的东西。”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要知道他说得对不对，你该去看什么？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差异和不平等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差异和不平等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这是两回事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词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在某些方面不一样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Leire 个子高，Omar 个子矮。Iker 喜欢跳舞。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不平等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因为属于某个群体而拥有更少的权利或机会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因为是女性而不能投票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差异和不平等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性别不平等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指男人和女人仅仅因为是男人或女人，就没有同样的权利、机会或对待。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Diferentes, pero iguales: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derechos y en dignidad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las mujeres votaron por primera vez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1933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ley igual no basta: hay que mirar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vida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差异和不平等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一些真实的数据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关于西班牙的官方数据（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和社会保障局）：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media, las mujeres cobran menos al año que los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Jornada parcial: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tienen muchas más mujeres que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mujeres dedican más horas a la casa y a cuidar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Cuidar a los hijos: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gran mayoría de quienes piden excedencia son mujeres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差异和不平等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3月8日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这是国际妇女节。它纪念为争取女性和男性权利平等而进行的斗争。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las protestas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mujeres trabajadoras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principios del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ONU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celebra oficialmente desde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1975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día contra los hombres, sino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la igualdad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读懂数据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读懂数据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同样的工作，她们挣得更少吗？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读到：“平均来说，女性挣得比男性少。”她得出结论：“那么我妈妈做同样的工作，拿的钱就比她的男同事少。”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平均数比较的是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所有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女性和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所有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男性，而不是同一个岗位（第41课）。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同工不同酬在西班牙是法律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禁止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的。如果发生了，可以举报。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平均差距来自多种原因：更多人做非全日制工作、薪水更低的工作、为照顾家人而中断工作……有时还有歧视。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结论：这个数据是真实的，说明存在不平等。但它不能说明某一个具体案例里发生了什么。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读懂数据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一个差异需要一个“为什么”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在一所中学里，信息技术专业的学生每10人中有9人是男生（虚构的例子）。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数据自己不会解释自己。就像第22课和第40课那样：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原因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是什么？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是因为女生“不擅长”吗？那是刻板印象，没有证据。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其他可能的原因：知名的女程序员很少、家里的议论、害怕成为“唯一的一个”。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结论：面对差异，不要跳到第一个解释上。要问为什么，并去找证据。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读懂数据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已经解释清楚了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Dylan：“工资差距是因为很多女性做非全日制工作。所以根本没有什么不平等。”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一切都解释清楚了吗？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看起来是这样：他找到了一个真实的原因。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但还缺另一个问题：为什么做非全日制工作的女性比男性多得多？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很多人选择它，或者接受它，是为了照顾孩子或老人：照顾工作的分配是不平等的。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结论：找到一个原因并不等于这件事就结束了。有时这个原因本身就是另一种不平等。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差异是指不一样；不平等是指因为属于某个群体而拥有更少的权利或机会。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INE 的数据显示，在工资和照顾工作方面存在性别不平等。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数据中的差异不会自己解释自己：必须问为什么。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