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第83课 · 第18单元 · 不同，但平等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多样性与尊重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人在性取向和性别认同上是多样的；尊重就是不嘲笑、不排斥，而且在恋爱关系里只有“愿意”才是“愿意”。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面对数据中的差异，不要直接跳到第一个解释：要问______。  （第82课）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根据国家统计局（INE），女性平均每年挣得比男性______。  （第82课）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按善意原则，我回应最______的反对意见，而不是被歪曲的反对意见。  （第71课）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面对数据中的差异，不要直接跳到第一个解释：要问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为什么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（第82课）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根据国家统计局（INE），女性平均每年挣得比男性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少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（第82课）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按善意原则，我回应最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有力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的反对意见，而不是被歪曲的反对意见。  （第71课）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在更衣室里，一个人传球失误后，有人喊：“你真像个同性恋！”大家都笑了。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为什么这句话能当作侮辱？它没有明说却说了什么？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清楚的词语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清楚的词语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性取向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指一个人对谁产生吸引和爱慕。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异性恋：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对异性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同性恋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（男同或女同）：对同性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双性恋：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对不止一种性别的人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它不像爱好那样可以选择，而且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不是一种疾病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清楚的词语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性别认同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指一个人怎样感受和认定自己：男人、女人或其他形式。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顺性别者：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性别认同与出生时被指定的性别一致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跨性别者：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性别认同与出生时被指定的性别不一致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取向和认同是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不同的东西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清楚的词语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同意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指自由而明确地同意某件事。在恋爱关系中，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只有“愿意”才是“愿意”</a:t>
            </a:r>
            <a:r>
              <a:rPr sz="2800" b="1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沉默或没有说“不”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不等于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“愿意”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在压力、恐惧或欺骗之下，就没有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自由的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同意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可以在任何时候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改变主意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适用于一个吻、一个拥抱或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一张照片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清楚的词语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那张照片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一个女孩在和一个男孩交往时给他发过一张私密照片。现在他们分手了，这个男孩想把它转发到朋友群里。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这个女孩允许别人看了吗？没有：她只发给了这个男孩。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同意是针对一件具体的事。发出一张照片，并不是同意它被转发。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而且，未经许可传播私密图像在西班牙可能构成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犯罪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结论：没有这个女孩明确的“愿意”，就不能转发。而且她可以改变主意。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尊重与嘲笑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尊重与嘲笑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恐同恐跨（LGTBI恐惧）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指因为某人的性取向或性别认同而排斥、嘲笑或攻击他。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LGTBI：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女同性恋、男同性恋、跨性别、双性恋和间性人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间性人：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身体既不完全是典型的男性，也不完全是典型的女性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这是一种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排斥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：把某人排除在外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就像我们在第66课看到的：“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我们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”对“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他们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尊重与嘲笑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嘲笑与尊重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嘲笑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把“同性恋”当作侮辱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嘲笑别人的穿着或说话方式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猜测并说出别人的性取向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“只是个玩笑”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尊重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按每个人要求的名字称呼他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在群体里平等地对待所有人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让每个人自己决定要不要说自己的事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不要跟着嘲笑的人一起笑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尊重与嘲笑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“只是个玩笑”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在更衣室里，一个男孩传球失误，有人对他喊“你真像个同性恋！”。后来那人说只是个玩笑。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这句话没有明说却说了什么？说做同性恋是件坏事，是值得嘲笑的事。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它伤害了谁？伤害了这个男孩，也伤害了任何听到这话的同性恋者，即使他们不出声。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大家都笑并不能让它变好：想想“大家都这么做”（第28课）。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结论：把一个群体当作侮辱来开的玩笑就是嘲笑。而且它把这个群体排除在外。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尊重与嘲笑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从外表就能看出来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一个男孩看到一个歌手涂着指甲油的视频，评论说：“看得出来他是同性恋。”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可以这样知道吗？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这看起来像条线索：“男生不涂指甲油。”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但这是一种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性别角色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（第81课）。而角色并不能说明性取向。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性取向是指一个人对谁产生吸引。从衣服或指甲上是看不出来的：你怎么知道？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结论：性取向不能凭外表来猜。而且这是每个人自己的事。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性取向是指你对谁感到吸引；性别认同是指你怎样认定自己。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在恋爱关系中只有“愿意”才是“愿意”，而且可以改变主意。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因为性取向或性别认同而嘲笑别人，就是对 LGTBI 群体的歧视：一种排斥。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