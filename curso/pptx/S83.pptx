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第83课 · 第18单元 · 不同，但平等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多样性与尊重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人在性取向和性别认同上是多样的；尊重就是不嘲笑、不排斥，而且在恋爱关系里只有“愿意”才是“愿意”。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面对数据中的差异，不要直接跳到第一个解释：要问______。  （第82课）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根据国家统计局（INE），女性平均每年挣得比男性______。  （第82课）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按善意原则，我回应最______的反对意见，而不是被歪曲的反对意见。  （第71课）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面对数据中的差异，不要直接跳到第一个解释：要问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为什么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（第82课）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根据国家统计局（INE），女性平均每年挣得比男性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（第82课）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按善意原则，我回应最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有力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的反对意见，而不是被歪曲的反对意见。  （第71课）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在更衣室里，一个人传球失误后，有人喊：“你真像个同性恋！”大家都笑了。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为什么这句话能当作侮辱？它没有明说却说了什么？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清楚的词语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清楚的词语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性取向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指一个人对谁产生吸引和爱慕。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Heterosexual: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hacia personas del otro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Homosexual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(gay o lesbiana): hacia personas del mismo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Bisexual: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hacia personas de más de un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se elige como un gusto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es una enfermedad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清楚的词语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性别认同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指一个人怎样感受和认定自己：男人、女人或其他形式。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 cis: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identidad coincide con el sexo asignado al nacer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 trans: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identidad no coincide con el sexo asignado al nacer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Orientación e identidad 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cosas distintas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清楚的词语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同意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指自由而明确地同意某件事。在恋爱关系中，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只有“愿意”才是“愿意”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Callarse o no decir «no»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un sí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Con presión, miedo o engaño no hay acuerdo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libre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puede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cambiar de opinión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cualquier momento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Vale para un beso, un abrazo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foto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清楚的词语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那张照片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 在和 Iker 交往时给他发过一张私密照片。现在他们分手了，Iker 想把它转发到朋友群里。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Naiara 允许别人看了吗？没有：她只发给了 Iker。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同意是针对一件具体的事。发出一张照片，并不是同意它被转发。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而且，未经许可传播私密图像在西班牙可能构成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犯罪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结论：没有 Naiara 明确的“愿意”，就不能转发。而且她可以改变主意。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尊重与嘲笑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尊重与嘲笑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恐同恐跨（LGTBI恐惧）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指因为某人的性取向或性别认同而排斥、嘲笑或攻击他。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LGTBI: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lesbianas, gais, trans, bisexuales e intersexuales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cuerpo no del todo típico de hombre ni de mujer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una forma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exclusión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dejar a alguien fuera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vimos en la 第66课: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nosotros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 frente a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ellos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尊重与嘲笑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嘲笑与尊重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嘲笑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Usar «gay» como insulto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Reírse de cómo viste o habla alguien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Adivinar y contar la orientación de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era una broma»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尊重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Llamar a cada persona por el nombre que pide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Tratar a todos igual en el grupo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que cada uno cuente lo suyo, si quiere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reírse con quien se burla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尊重与嘲笑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“只是个玩笑”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在更衣室里，Aitor 传球失误，有人对他喊“你真像个同性恋！”。后来那人说只是个玩笑。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这句话没有明说却说了什么？说做同性恋是件坏事，是值得嘲笑的事。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它伤害了谁？伤害了 Aitor，也伤害了任何听到这话的同性恋者，即使他们不出声。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大家都笑并不能让它变好：想想“大家都这么做”（第28课）。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结论：把一个群体当作侮辱来开的玩笑就是嘲笑。而且它把这个群体排除在外。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尊重与嘲笑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从外表就能看出来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Kevin 看到一个歌手涂着指甲油的视频，评论说：“看得出来他是同性恋。”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可以这样知道吗？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这看起来像条线索：“男生不涂指甲油。”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但这是一种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性别角色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（第81课）。而角色并不能说明性取向。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性取向是指一个人对谁产生吸引。从衣服或指甲上是看不出来的：你怎么知道？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结论：性取向不能凭外表来猜。而且这是每个人自己的事。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性取向是指你对谁感到吸引；性别认同是指你怎样认定自己。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在恋爱关系中只有“愿意”才是“愿意”，而且可以改变主意。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因为性取向或性别认同而嘲笑别人，就是对 LGTBI 群体的歧视：一种排斥。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