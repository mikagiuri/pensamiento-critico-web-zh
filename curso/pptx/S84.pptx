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第84课 · 第19单元 · 全球本土化：文化与移民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什么是文化？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文化是一个群体学来并共同拥有的生活方式；尊重它，并不等于必须接受伤害人的东西。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______取向是指一个人对谁产生吸引和爱。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关系中的同意可以这样概括：只有说“______”才算同意。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浪漫爱情的______是指一种被当作真的、其实是假的或夸大的爱情观念。  （第79课）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性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取向是指一个人对谁产生吸引和爱。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关系中的同意可以这样概括：只有说“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”才算同意。  （第83课）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浪漫爱情的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神话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是指一种被当作真的、其实是假的或夸大的爱情观念。  （第79课）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在陈的家里，大家进门都脱鞋。在 Iker 家里，谁都不脱。第一次去陈家时，Iker 站在门口愣住了。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这两家，哪一家做得对？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什么是文化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什么是文化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是一个群体学来、共同拥有并传给后来人的生活方式。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学来的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：不是基因里带的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所有人类群体都有文化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有很多种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文化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，而且会随时间变化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一个人可以同时生活在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多种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文化中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什么是文化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文化的组成部分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组成部分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你身边的例子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习俗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和习惯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吃饭的时间、像 Aste Nagusia（毕尔巴鄂大周）这样的节日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信仰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和价值观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被认为重要的东西、宗教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语言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和艺术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巴斯克语、西班牙语、即兴诗（bertso）、歌曲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物品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和交往方式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贝雷帽（txapela）；打招呼时亲一下或亲两下脸颊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什么是文化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面对文化多样性的三种立场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立场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问题或界限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民族中心主义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我的文化是衡量所有文化的尺子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把只是不同的东西叫作“奇怪”或“不好”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文化相对主义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每种习俗要放在它自己的文化里去理解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推到极端，就什么都不能批评了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跨文化主义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尊重、对话，以及人人享有的人权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需要努力：了解对方，并给出理由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下午六点吃晚饭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和家人去另一个国家旅行。那里的人下午六点吃晚饭。她爸爸评论说：“这些人真奇怪，这个点吃晚饭不正常。”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爸爸用自己的习惯去衡量别人的习惯：在巴斯克地区晚饭吃得晚。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对他们来说，奇怪的是我们：我们九点或十点才吃晚饭。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没有人会因为几点吃晚饭而受到伤害。这只是一种差异。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结论：这是民族中心主义。仅仅因为不是自己的习惯，就把不同的东西判断为奇怪。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门口的鞋子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回到一开始的案例：在陈的家里进门要脱鞋；在 Iker 家里不用。哪一家做得对？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这两家里有谁受到了伤害吗？没有。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每种习俗都有它的理由：清洁、舒适、尊重家。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合理的做法是去做客时留心观察并入乡随俗。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结论：没有哪一种更好。这是差异，不是错误。在这里，文化相对主义是适用的。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“这是我们的传统”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在一个虚构的俱乐部里，新人第一天要被当众羞辱。老成员说：“这是我们的传统。如果你不尊重它，就是不尊重我们的文化。”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这是这个群体的习俗。必须尊重它吗？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看起来是这样：我们说过，不同的习俗是要尊重的。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但这里有人受到了伤害：新人被羞辱了。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尊重习俗是有界限的：每个人的尊严和人权。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结论：某件事是传统，并不能让它变好。我们可以带着理由去批评它。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尊重一种文化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因为“这是他们的文化”就接受任何事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认为一个国家的所有人都一样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把我不了解的东西叫作“奇怪”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先努力理解，再下判断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看到每一个人，而不只是他的出身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带着理由批评伤害别人的东西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文化是一个群体学来、共同拥有并传给他人的生活方式。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民族中心主义用自己的文化去衡量其他文化，把不同的东西叫作奇怪。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尊重习俗是有界限的：每个人的人权。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