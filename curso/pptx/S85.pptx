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第85课 · 第19单元 · 全球本土化：文化与移民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全球化与移民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世界的联系越来越紧密，人们也一直在迁移；关于移民，流传着一些谣言和概括，需要去核实。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文化是______来的：不在基因里。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______相对主义认为每种习俗都要放在它所在的文化里去理解。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______身份认同是你和你觉得自己属于的群体所共有的东西。  （第73课）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文化是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学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来的：不在基因里。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文化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相对主义认为每种习俗都要放在它所在的文化里去理解。  （第84课）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集体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身份认同是你和你觉得自己属于的群体所共有的东西。  （第73课）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你的手机在一个国家设计，在另一个国家组装，还用了来自更多国家的矿物。你的T恤也一样。而你在毕尔巴鄂使用它们。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你今天身上的东西，涉及多少个国家？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一个互相连接的世界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全球化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指各个国家之间的联系越来越紧密：商品、资金、人员、新闻和思想在世界各地流动。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Económica: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empresas y productos de todas partes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Cultural: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series, música, comida y redes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hacen posible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internet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el transporte barato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全球本土化（glocal）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是全球的和本地的混合：从世界各地传来的东西，按我们自己的方式去过。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serie de otro país, doblada al euskera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Canciones en euskera con ritmos de todo el mundo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app mundial para quedar con tu cuadrilla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迁移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指长时间搬到另一个国家或另一个地区去生活。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salir del lugar donde vivías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Inmigrar: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llegar a vivir a un lugar nuevo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misma persona es emigrante allí e inmigrante aquí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人们为什么迁移？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几乎总是有几个原因同时存在。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Trabajo: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buscar un empleo o un sueldo mejor.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Guerra o persecución: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huir para salvar la vida.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Clima y desastres: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sequías, inundaciones, terremotos.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Familia y estudios: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reunirse con los suyos, estudiar fuera.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一个互相连接的世界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人类一直在迁移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Nuestra especie nació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África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desde allí llegó a todo el planeta.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Siglos XIX y XX: muchos vascos emigraron 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América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(Argentina, Uruguay, Chile, Estados Unidos…).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Siglo XX: a Bilbao llegó gente de toda España a trabajar en fábricas.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Hoy llega gente de todo el mundo, y también se van jóvenes vascos.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家庭群里的一条消息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家的家庭群里收到一条消息：“紧急！移民一到就能领到几千欧元。这是在市政厅工作的朋友说的。快转发！”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它具备谣言的特征（第33课）：紧急、强烈的情绪和模糊的来源。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谁说的？“一个朋友”。他是怎么知道的？没有解释。没有可靠的来源（第31课）。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它给了一个数字，却没说从哪里来的。在相信之前，要先到可靠的来源去查。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结论：这些是谣言的信号。在核实之前不要转发。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“我早就说过”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读到一条关于盗窃的新闻。被捕的人出生在另一个国家。Aitor 评论说：“我早就说过：外来的人就是来偷东西的。”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他从一个例子得出了关于所有人的结论：草率概括（第19课）。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他看了多少个例子？一个。在毕尔巴鄂生活着非常多外来的人，他们在工作、在学习。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“我早就说过”：他只盯着能证实自己想法的东西（第44课）。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结论：一个例子并不能说明整个群体。每个人只对自己做的事负责。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一种友善的概括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受够了那些针对移民的评论，在聊天里写道：“可移民们全都特别好，而且特别勤劳。”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 在为移民辩护。她的推理是对的吗？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看起来是这样：她的用意是好的，也没有攻击谁。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但她说了“全都”：把几百万个不同的人说得好像是一个人。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这是另一种草率概括，即使它是正面的（第19课）。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结论：移民是各种各样的人，和所有人一样。既不是“全都坏”，也不是“全都好”。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全球化把世界连在一起；全球本土化就是按我们自己的方式去过全球的东西。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人们因为工作、战争、气候或家庭而迁移，而且人类一直在迁移。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关于移民，流传着谣言和概括：要核实来源，要数一数例子。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