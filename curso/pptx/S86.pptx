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第86课 · 第19单元 · 全球本土化：文化与移民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恐贫症、种族主义和其他排斥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偏见就是在了解一个人之前，按他所属的群体去评判他；恐贫症、种族主义和其他形式的排斥就是这样产生的。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迁出是离开你原来生活的地方；______是到一个新地方来生活。  （第85课）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说移民“全都特别好”也是一种______的概括。  （第85课）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性别______就是一个人因为是男性或女性而被期待扮演的那个角色。  （第81课）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迁出是离开你原来生活的地方；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迁入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是到一个新地方来生活。  （第85课）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说移民“全都特别好”也是一种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草率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的概括。  （第85课）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性别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角色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就是一个人因为是男性或女性而被期待扮演的那个角色。  （第81课）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有两个人在 Gran Vía 大街上问路。一个穿着西装，提着公文包。另一个穿着旧衣服，背着一个巨大的背包。几乎所有人都只理会第一个人。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那些走过去不理的人看到了什么？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偏见是怎样起作用的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偏见是怎样起作用的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偏见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就是在了解一个人之前，仅仅因为他所属的群体就评判他。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偏见（pre-juicio）：在了解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之前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就下的判断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通常是负面的，而且很难改变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它是学来的：没有人生来就有偏见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偏见是怎样起作用的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从想法到行动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步骤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是什么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虚构的例子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刻板印象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（第45课）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关于一个群体的固定想法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“那个街区的人都爱惹事”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偏见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在了解之前就下的判断或拒绝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“新来的那个肯定爱惹事”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歧视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因为某人所属的群体而对他更差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不让他加入球队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偏见是怎样起作用的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恐贫症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就是仅仅因为人穷，而排斥穷人。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这个词是哲学家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阿德拉·科尔蒂纳（Adela Cortina）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创造的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西班牙皇家语言学院（RAE）在</a:t>
            </a:r>
            <a:r>
              <a:rPr sz="2800" b="1">
                <a:solidFill>
                  <a:srgbClr val="1F2A44"/>
                </a:solidFill>
                <a:latin typeface="Nunito Sans"/>
              </a:rPr>
              <a:t>2017年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把它收入了词典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她的想法是：常常让人不舒服的并不是外来的人，而是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穷人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偏见是怎样起作用的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其他排斥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词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拒绝或更差地对待……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仇外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外国人，因为他们是外来的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种族主义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人，因为他们的出身或肤色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恐同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同性恋者：男同性恋和女同性恋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恐跨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跨性别者，因为他们的性别认同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游客和无家可归的人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在老城区，一个服务员笑容满面地招待几位花钱很多的外国游客。当一个出生在毕尔巴鄂的无家可归的男人走进来时，他让那人离开。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他排斥外来的人吗？没有：他对外国游客非常好。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他把无家可归的男人赶走了，而这个人是本地人。他对这个人有什么不满？他的贫穷。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这正是阿德拉·科尔蒂纳的想法：排斥是针对穷人的。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结论：这是恐贫症。有时看起来像仇外的东西，其实主要是对穷人的排斥。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为什么它不消失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一个男孩认为一个虚构街区的人都爱惹事。如果其中一个人做错了事，他会记上好几个月。那一百个没做错任何事的人，他看都看不到。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这个男孩只盯着能证实自己想法的东西：确认偏见（第44课）。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而且，他把“那个街区的人”看成一整块：我们和他们（第66课）。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这样，每个新例子好像都在证明他是对的，偏见就越来越大。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结论：偏见之所以一直存在，是因为它只看对自己有利的例子。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“只是个玩笑”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在更衣室里，一个男孩每次遇到不喜欢的东西就说一句“这是同性恋的东西”。别人提醒他时，他回答：“只是个玩笑。我对谁都没有意见。”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这个男孩并不想伤害人。那就没事了吗？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看起来不是：这个男孩并不恨任何人，而且是笑着说的。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但他把“gay”当作坏东西来用，当作一种侮辱。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信息照样传出去了：同性恋者听到的是，像他那样是一件负面的事。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结论：他无意中把一种性取向当作了侮辱。这是一种恐同的对待方式，即使没有恨意。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遏制偏见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遏制偏见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针对偏见的四个问题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你怎么知道的？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是你核实过的，还是听来的？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你看了多少个例子？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一个是不够的（第19课）。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我是不是只找能证明我对的东西？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（第44课）。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我看到的是这个人，还是只看到他的群体？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偏见就是在了解一个人之前，仅仅因为他的群体就评判他。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恐贫症是对穷人的排斥；这个词是阿德拉·科尔蒂纳创造的。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确认偏见让偏见得以持续：它只看对自己有利的例子。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