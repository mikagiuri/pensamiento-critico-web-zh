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第87课 · 第20单元 · 潮流、休闲与未来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我们为什么追随潮流？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我们追随潮流是为了归属，也是为了与众不同；好好思考，就是看清我为什么追随，并把“流行的”和“好的”区分开。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“仇贫”（aporofobia）这个词是哲学家阿德拉·______创造的。  （第86课）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______是指在了解一个人之前，仅仅因为他属于某个群体就对他下判断。  （第86课）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情绪没有好坏之分：只有愉快或______的。  （第75课）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“仇贫”（aporofobia）这个词是哲学家阿德拉·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科尔蒂娜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创造的。  （第86课）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成见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是指在了解一个人之前，仅仅因为他属于某个群体就对他下判断。  （第86课）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情绪没有好坏之分：只有愉快或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不愉快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的。  （第75课）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想一件两年前人人都穿着或做着、而今天已经“不流行”的东西。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当时它为什么受欢迎？变了的是这个东西，还是这个群体？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潮流与认同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潮流与认同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潮流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是一种穿着、说话或做事的方式，在一个群体里流行一阵子，然后又会改变。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solo ropa: música, bailes, palabras, apps, cortes de pelo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Dura un tiempo: lo que hoy se lleva, mañana «ya no»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Dice algo de ti: es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señal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identidad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Identidad: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quién eres y de qué grupos te sientes parte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潮流与认同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归属与与众不同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社会学家格奥尔格·齐美尔（1905年）发现，潮流把两种相反的愿望合在一起：和别人相像，以及与别人不同。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Pertenecer: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vestir como mi cuadrilla para ser «de los nuestros»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Distinguirse: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ser diferente de otros grupos o del resto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Cuando todos la llevan, ya no distingue… y llega otra moda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潮流与认同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潮流中的压力和角色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潮流可以是一场游戏。它也可能给人压力：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Burlas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quien no lleva la marca o el estilo «que toca»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Gasto: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pedir lo que la familia no puede pagar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Cuerpos retocados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fotos y anuncios: nadie es así de verdad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Roles: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«esto es de chicos», «esto es de chicas»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Publicidad e influencers también empujan: lo vimos en las sesiones 50 y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朋友圈的卫衣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Leire 的整个朋友圈都穿同一件卫衣。Leire 并不特别喜欢，但她在生日时要了一件。（虚构的例子。）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她为什么想要？不是为了卫衣本身，而是为了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归属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于这个群体。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想要归属是很人性的。这不是错误，也不是愚蠢。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批判性的问题：我想要它，是因为它本身，还是因为它说明了我的什么？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结论：追随潮流可以是好事。重要的是知道我为什么追随。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“如果人人都穿，那一定是最好的”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Dylan 要穿一双流行的运动鞋去参加学校的跑步比赛：“人人都穿，所以一定是跑步最好的。”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社会认同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（第28课）：在不知道该怎么办时去模仿别人。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但潮流说的是什么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流行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，不是什么对跑步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好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他是怎么知道的？最好去问一个跑步的人，或者去找证据。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结论：某样东西流行，说明它受欢迎，不说明它好用。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粉色是女生的吗？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Kevin 说：“粉色一直是女生的，蓝色是男生的。这是自然的。”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他是怎么知道的？他看看周围，然后就概括了（第19课）。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历史学家乔·保莱蒂（Jo Paoletti）说，大约一百年前，美国的一些商店曾推荐给男孩穿粉色。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而给女孩穿蓝色。“男生的”和“女生的”颜色是随时间变化的。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结论：潮流里的很多角色是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习惯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，不是天性。每个人都可以想怎么穿就怎么穿。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“我不追随潮流”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Aitor 总是穿黑色，就像他最喜欢的乐队的粉丝一样。“我不追随潮流：追随潮流的人都是盲从的羊，”他说。（虚构的例子。）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Aitor 是不是置身于潮流之外？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看起来是这样：他没有穿大多数人穿的东西。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但他和他那个乐队的粉丝穿得一样：他也在像某些人。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这是齐美尔说的另一面：与一些人不同，就是与另一些人相像。而把所有人都叫作“盲从的羊”，是一种刻板印象。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结论：反对一种潮流，也可能是在追随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另一个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群体的潮流。没有人完全置身事外。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潮流把两种愿望合在一起：归属于一个群体，以及与别的群体不同。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某样东西流行，说明它受欢迎，不说明它好，也不说明它是真的。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潮流里的很多角色是会变的习惯；衣服并不是一个人的全部。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