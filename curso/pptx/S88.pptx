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第88课 · 第20单元 · 潮流、休闲与未来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休闲、毒品与成瘾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休闲是自己选择的空闲时间；成瘾是失去控制。面对关于毒品的迷思，我要问：你怎么知道？是谁说的？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衣服是身份的一种______，不是整个人。  （第87课）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______是在一个群体里流行一段时间的穿着、说话或做事的方式。  （第87课）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即使你说过“是”，也可以随时______主意。  （第83课）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衣服是身份的一种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标志</a:t>
            </a:r>
            <a:r>
              <a:rPr sz="2600" b="0">
                <a:solidFill>
                  <a:srgbClr val="1F2A44"/>
                </a:solidFill>
                <a:latin typeface="Nunito Sans"/>
              </a:rPr>
              <a:t>，不是整个人。  （第87课）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时尚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是在一个群体里流行一段时间的穿着、说话或做事的方式。  （第87课）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即使你说过“是”，也可以随时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改变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主意。  （第83课）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一个点击量很高的视频：“电子烟不是抽烟。只是草莓味的水蒸气。”（虚构的例子。）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你怎么才能知道这是不是真的？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休闲与成瘾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休闲与成瘾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休闲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是你用在自己选择的事情上的空闲时间，用来休息、开心或学点东西。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Una forma de verlo: tiene tres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elementos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Tiempo libre: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fuera de clase, deberes y tareas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Elección: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lo decides tú, nadie te obliga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Disfrute: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te sienta bien, te divierte o te hace crecer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休闲与成瘾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成瘾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是对某种消费或行为失去控制：即使它伤害你，你也继续，而且很难停下来。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Con sustancia: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alcohol, nicotina (tabaco y vapeo), cannabis…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Sin sustancia: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apuestas, videojuegos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OMS reconoce el trastorno por juego de apuestas y por videojuegos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«Adicción al móvil» no es un diagnóstico oficial: se dice «uso problemático»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休闲与成瘾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成瘾的信号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医生不只看时间长短。他们看这样的信号：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Pérdida de control: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quieres parar y no puedes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Seguir aunque haga daño: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al sueño, a los estudios, a la familia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Tolerancia: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necesitas más para sentir lo mismo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Abstinencia: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malestar, nervios o mal humor al dejarlo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Todo gira alrededor de eso y deja fuera lo demás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迷思与群体压力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迷思与群体压力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常见的迷思和卫生机构的说法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迷思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卫生部和世界卫生组织怎么说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“电子烟只是水蒸气”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它是含有化学物质的气溶胶；大多数含有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尼古丁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，会让人上瘾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“是天然的，所以无害”（大麻）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天然不等于安全。对青少年来说，它可能影响记忆力和注意力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“我这个年纪喝一点酒没关系”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对未成年人，卫生部建议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零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饮酒：大脑还在发育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“如果我只在聚会时抽，就不会上瘾”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尼古丁非常容易成瘾：不是每天抽也可能上瘾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迷思与群体压力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案例1 · 电子烟的视频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开头的那个视频：“只是草莓味的水蒸气。”它是一个卖电子烟的账号发布的。（虚构的例子。）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谁说的？一个卖电子烟的账号。它能得到什么？卖得更多（第31课）。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它是怎么知道的？它没有给出任何证据：只是在断言。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我拿卫生机构的说法去对照，比如卫生部或世界卫生组织：它们说不只是水蒸气。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结论：这个迷思用老问题就能推翻。不需要说教：需要的是去看来源。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迷思与群体压力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案例2 · “如果人人都这么做”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在 Aste Nagusia 期间，朋友圈里有人把一支电子烟递给 Iker：“来嘛，人人都这么做。”（虚构的例子。）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这是诉诸多数（第28课）：“如果大家都做，就应该没问题。”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这是真的吗？许多研究发现，我们总以为别人用得比实际</a:t>
            </a:r>
            <a:r>
              <a:rPr sz="2400" b="1">
                <a:solidFill>
                  <a:srgbClr val="1F2A44"/>
                </a:solidFill>
                <a:latin typeface="Nunito Sans"/>
              </a:rPr>
              <a:t>更多</a:t>
            </a:r>
            <a:r>
              <a:rPr sz="2400" b="0">
                <a:solidFill>
                  <a:srgbClr val="1F2A44"/>
                </a:solidFill>
                <a:latin typeface="Nunito Sans"/>
              </a:rPr>
              <a:t>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而且即使这是真的，很多人这么做也不能说明它对我有好处。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结论：“人人都这样”不是理由。而且就像阿施实验那样，只要有一个盟友，就能帮助人抵抗。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第3部分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时间长不等于成瘾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第3部分 · 时间长不等于成瘾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对 Fortnite 成瘾了吗？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陈每个星期六和表兄弟们玩三个小时 Fortnite。他睡得好，学习，也和朋友圈见面。他的姨妈说：“他成瘾了。”（虚构的例子。）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三个小时很长。姨妈说得对吗？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看起来是这样：连续三个小时已经很长了。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但成瘾不能只用小时数来衡量。要看有没有</a:t>
            </a:r>
            <a:r>
              <a:rPr sz="2400" b="1">
                <a:solidFill>
                  <a:srgbClr val="1F2A44"/>
                </a:solidFill>
                <a:latin typeface="Nunito Sans"/>
              </a:rPr>
              <a:t>失去控制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和伤害。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陈自己选择什么时候玩，而且没有耽误睡眠、学习和朋友圈。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结论：时间长和成瘾不是一回事。在贴标签之前，先看信号。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第3部分 · 时间长不等于成瘾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健康的休闲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一种看法：健康的休闲是这样的……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Eliges tú, no el grupo ni la app （第52课）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variado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deporte, música, monte, leer, quedar con la cuadrilla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 te quita el sueño, los estudios ni la salud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Puedes dejarlo cuando quieres: sigues teniendo el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control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休闲是你自己选择的空闲时间，用来休息、开心或学习。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成瘾是失去控制：即使有害你也继续。可以有物质，也可以没有物质。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面对关于毒品的迷思：是谁说的，他怎么知道的，卫生机构怎么说？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