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第89课 · 第20单元 · 潮流、休闲与未来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那么初中毕业之后呢？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读完初中四年级之后，有几条相互交叉的路；重要的是带着充分的理由去选择，并了解权利和义务。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对未成年人，卫生部建议的酒精量是______。  （第88课）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______是指对某种消费或行为失去控制。  （第88课）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______有害消息的人也要负责。  （第77课）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对未成年人，卫生部建议的酒精量是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零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（第88课）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成瘾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是指对某种消费或行为失去控制。  （第88课）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转发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有害消息的人也要负责。  （第77课）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有人对 Maialen 说：“如果你不上大学，你就是个失败者。”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你在这句话里看到了几条路？你认为实际上有几条？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初中四年级（4.º de ESO）之后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初中四年级（4.º DE ESO）之后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ESO 毕业证书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是读完 ESO（义务教育中学阶段）后获得的证书。它让你可以上高中（Bachillerato）和中级职业教育。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由 ESO 结束时的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教师团队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决定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FP：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职业教育，学习一门职业的学业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没有这个证书：可以读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基础级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FP，它也会颁发这个证书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教育在16岁之前是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义务的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初中四年级（4.º DE ESO）之后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初中四年级之后的路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路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是什么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之后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高中（Bachillerato）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两年的普通学业，按方向分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大学或高级职业教育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中级职业教育（FP 中级）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两年学习一门职业，并在企业实习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工作、高级职业教育或高中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基础职业教育（FP 基础级）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没有 ESO 证书：你学习一门职业，并拿到这个证书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中级职业教育或工作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高级职业教育（FP 高级）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高中或中级职业教育之后：再读两年更专业的课程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工作或大学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初中四年级（4.º DE ESO）之后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在学校里的一些权利和义务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谁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一些权利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一些义务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学生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受教育、受尊重、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客观的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评价、指导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学习、出勤、尊重所有人和规章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家长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获得信息并参与学校事务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与学校配合并关注孩子的出勤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教师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在教学中得到尊重和支持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教学、客观地评价并给予指导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带着理由去选择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Omar 不知道四年级之后该怎么办。他喜欢修东西，数学也学得好。他的朋友圈都去上高中。（虚构的例子。）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首先是他自己的理由：他喜欢什么，擅长什么，想从事什么。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然后是信息：学校的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辅导老师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、开放日、研究这些的人。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理科高中，还是维修方向的职业教育？这两个都可能符合他的理由。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结论：要凭自己的理由和信息去选择。朋友圈很重要，但不能替你做决定。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考试成绩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Naiara 认为她的试卷批错了：一个正确的答案得了零分。她想在课堂上大喊着抗议。（虚构的例子。）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她有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权利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获得客观的评价，并要求复查。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她也有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义务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：尊重老师和班级。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做法：要求看试卷并提问。如果仍然不同意，可以提出申诉。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结论：权利和义务是并存的。维护一项权利，不需要违反一项义务。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跟着朋友圈，不好吗？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Yasmin 要去上人文方向的高中。她热爱历史，想当记者。另外，她的三个朋友也去。（虚构的例子。）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她选了和她的群体一样的东西。她是在随波逐流吗？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看起来是这样：我们学过，不加思考地跟着群体是个错误。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 Yasmin 有自己的理由：她喜欢历史，也知道自己想从事什么。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和朋友们一起去是多一个理由，而不是唯一的理由。这不是随波逐流。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结论：和群体一致并不是错误。错误在于群体是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唯一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的理由。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典型的错误：梯子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典型的错误：梯子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是梯子还是地图？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虚假的两难（第20课）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“要么上大学，要么就是失败”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“职业教育是给不行的人读的”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“选错了，就没有回头路了”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这样更好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有好几条路，而且它们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会交叉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职业教育培养专业人才；从高级职业教育可以通往大学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可以转换：从职业教育转到高中，反过来也可以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每条路的价值，取决于你的理由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有了 ESO 证书，你可以去上高中或中级职业教育。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这些路会交叉：职业教育不是一条更差的路，而是另一条路。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带着自己的理由和信息去选择；学生有权利，也有义务。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