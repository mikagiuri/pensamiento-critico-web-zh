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pensar críticamente?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Pensar críticamente no es criticar ni desconfiar de todo: es pedir y dar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lo crees? ¿Qué necesitarías saber para creértelo?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pensar críticamente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críticamente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no aceptar ni rechazar una idea sin mirar antes sus razones.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«¿por qué?», «¿cómo lo sabes?»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creo porque…»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Cambiar de opinión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aparecen razones mejores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es y lo que no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Llevar siempre la contraria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Desconfiar de todo el mundo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Creerse más listo que nadie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«¿cómo lo sabes?»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las razones antes de decidir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Aceptar lo que está bien apoyado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Reconocer cuándo me he equivocado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actitudes ante el mensaje de WhatsApp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Actitud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diría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crédulo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lo cree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«¡Genial, mañana no voy!»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desconfiado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se cree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«Mentira, seguro que es una trola»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pensador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cree lo que tiene buenas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«¿Quién lo dijo primero? Voy a mirarlo en la web del instituto»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anuncio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champú deja el pelo un 80 % más brillante.»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pelo brilla mucho 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Un número: 80 %.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saben? No lo dicen. ¿80 % más que qué? ¿Quién lo midió?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falta información. No lo acepto todavía, pero tampoco digo que sea mentira.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compañera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compañera dice que el examen de Matemáticas es el jueves: lo apuntó en la agenda cuando lo dijo la profesora.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examen es el jueves.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Lo apuntó cuando lo dijo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buena razón? Sí: estaba allí y lo escribió en el momento.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lo creo. Pensar críticamente también es aceptar lo que está bien apoyado.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mensaje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dijo primero? No lo sé: mi primo lo leyó, no lo vio.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esa persona? Tampoco lo sé.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¿Dónde lo puedo comprobar? En la web del instituto o preguntando a un profesor.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me lo creo hasta comprobarlo.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que lleva la contraria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presume: «Yo pienso críticamente: a los profes siempre les llevo la contraria».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¿Piensa críticamente?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se cree lo que le dicen.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¿mira las razones de cada cosa? No: dice «no» a todo, antes de escuchar.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es ser desconfiado, no pensador crítico.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llevar la contraria no es pensar. Pensar es mirar las razones, digan lo que digan.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críticamente es pedir y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es criticarlo todo ni desconfiar de todo.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pensador crítico se cree lo que tiene buenas razones, y cambia de opinión si aparecen razones mejores.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pensamiento crítico, explicado para adolescentes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otra voz que diga lo mismo: pensar críticamente es examinar las razones.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