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PENSAMIENTO CRÍTICO · SESIÓN 1 · UNIDAD 1 · PENSAR, CREER Y SABER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¿Qué es pensar críticamente?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Pensar críticamente no es criticar ni desconfiar de todo: es pedir y dar razones.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«Mañana no hay clase. Lo ha dicho mi primo, que lo ha leído en un grupo de WhatsApp.»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¿Te lo crees? ¿Qué necesitarías saber para creértelo?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Qué es pensar críticamente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QUÉ ES PENSAR CRÍTICAMENTE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Pensar críticamente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Es no aceptar ni rechazar una idea sin mirar antes sus razones.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Pedir razones: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«¿por qué?», «¿cómo lo sabes?»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Dar razones: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«lo creo porque…»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Cambiar de opinión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si aparecen razones mejores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QUÉ ES PENSAR CRÍTICAMENTE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Lo que es y lo que no 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5306000" cy="4400000"/>
          </a:xfrm>
          <a:prstGeom prst="rect">
            <a:avLst/>
          </a:prstGeom>
          <a:solidFill>
            <a:srgbClr val="FBE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C2531C"/>
                </a:solidFill>
                <a:latin typeface="Nunito Sans"/>
              </a:rPr>
              <a:t>No 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0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Criticar todo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Llevar siempre la contraria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Desconfiar de todo el mundo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Creerse más listo que nadie</a:t>
            </a:r>
          </a:p>
        </p:txBody>
      </p:sp>
      <p:sp>
        <p:nvSpPr>
          <p:cNvPr id="7" name="Rectangle 6"/>
          <p:cNvSpPr/>
          <p:nvPr/>
        </p:nvSpPr>
        <p:spPr>
          <a:xfrm>
            <a:off x="6246000" y="1650000"/>
            <a:ext cx="5306000" cy="440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2F6FB5"/>
                </a:solidFill>
                <a:latin typeface="Nunito Sans"/>
              </a:rPr>
              <a:t>Sí 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Preguntar «¿cómo lo sabes?»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Mirar las razones antes de decidir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Aceptar lo que está bien apoyado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Reconocer cuándo me he equivocado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QUÉ ES PENSAR CRÍTICAMENTE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Tres actitudes ante el mensaje de WhatsApp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24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37333"/>
                <a:gridCol w="3637333"/>
                <a:gridCol w="3637334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Actitud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Qué hace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Qué diría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El crédulo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Se lo cree todo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«¡Genial, mañana no voy!»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El desconfiado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No se cree nada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«Mentira, seguro que es una trola»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El pensador crítico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Se cree lo que tiene buenas razones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«¿Quién lo dijo primero? Voy a mirarlo en la web del instituto»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Casos resueltos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1 · Un anuncio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«Este champú deja el pelo un 80 % más brillante.»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¿Qué me piden creer? Que el pelo brilla mucho más.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¿Qué razón me dan? Un número: 80 %.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¿Cómo lo saben? No lo dicen. ¿80 % más que qué? ¿Quién lo midió?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me falta información. No lo acepto todavía, pero tampoco digo que sea mentira.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2 · Una compañera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Leire dice que el examen de Matemáticas es el jueves: lo apuntó en la agenda cuando lo dijo la profesora.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¿Qué me piden creer? Que el examen es el jueves.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¿Qué razón me dan? Lo apuntó cuando lo dijo la profesora.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¿Es una buena razón? Sí: estaba allí y lo escribió en el momento.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me lo creo. Pensar críticamente también es aceptar lo que está bien apoyado.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3 · El mensaje del principio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«Mañana no hay clase. Lo ha dicho mi primo, que lo ha leído en un grupo de WhatsApp.»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¿Quién lo dijo primero? No lo sé: mi primo lo leyó, no lo vio.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¿Cómo lo sabe esa persona? Tampoco lo sé.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¿Dónde lo puedo comprobar? En la web del instituto o preguntando a un profesor.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no me lo creo hasta comprobarlo.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El que lleva la contraria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Aitor presume: «Yo pienso críticamente: a los profes siempre les llevo la contraria».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¿Piensa críticamente?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Parece que sí: no se cree lo que le dicen.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Pero ¿mira las razones de cada cosa? No: dice «no» a todo, antes de escuchar.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Eso es ser desconfiado, no pensador crítico.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llevar la contraria no es pensar. Pensar es mirar las razones, digan lo que digan.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Escríbelo tú primero, sin mirar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Dos minutos. Después lo comparamos.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Pensar críticamente es pedir y dar razones.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No es criticarlo todo ni desconfiar de todo.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El pensador crítico se cree lo que tiene buenas razones, y cambia de opinión si aparecen razones mejores.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VÍDEO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20"/>
              </a:spcAft>
            </a:pPr>
            <a:r>
              <a:rPr sz="3600" b="1">
                <a:solidFill>
                  <a:srgbClr val="FBF7EF"/>
                </a:solidFill>
                <a:latin typeface="Fredoka"/>
              </a:rPr>
              <a:t>Qué es el pensamiento crítico, explicado para adolescentes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2200000"/>
            <a:ext cx="10912000" cy="2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C9D3E6"/>
                </a:solidFill>
                <a:latin typeface="Nunito Sans"/>
              </a:rPr>
              <a:t>Que vean otra voz que diga lo mismo: pensar críticamente es examinar las razones.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minutos · individual · en silencio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1 · Todos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puntos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2 · Repaso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3 · Reto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1.ª pasada: sin apuntes, con bolígrafo. 2.ª pasada: con los apuntes, en otro color. Marca «seguro» o «dudo» en cada respuesta.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