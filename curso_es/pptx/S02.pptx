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Hechos, gustos y opiniones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afirmación de hecho dice cómo son las cosas; un gusto habla de mí; una opinión juzga qué es bueno o qué deberíamos hacer, y se defiende con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«¿______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______ de opinión.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Cómo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cambiar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opinión.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«El Guggenheim está en Bilbao.» «El Guggenheim es precioso.» «En Bilbao deberían hacer más museos.»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frase podrías comprobar? ¿Cuál depende del gusto de cada uno?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tipos de frases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Afirmación de hecho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cómo son las cosas.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verdadera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aunque a veces sea difícil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«El Guggenheim está en Bilbao»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decide mirando el mundo: observar, medir, buscar fuentes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es falsa, sigue siendo una afirmación de hecho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 de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gusta o no me gusta. Cada uno tiene los suyos.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«Me encanta el Guggenheim»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«me gusta», «me aburre», «me encanta»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gustos no se discuten: no hay uno correcto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Opinión (juicio de valor)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si algo es bueno, justo o mejor, o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hacer. Se defiende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«En Bilbao deberían hacer más museos»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«es justo», «está mal», «debería», «es mejor»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Unas opiniones tienen mejores razones que otras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¿Cómo las distingo?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reconocerla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cómo son las cosas?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Athletic juega en San Mamés»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me gusta a mí?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fútbol me aburre»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qué es bueno o qué deberíamos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quitar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Una frase que mezcla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dice de un videojuego: «Salió en 2023, me encanta y deberías comprártelo 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«Salió en 2023»: dice cómo son las cosas.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«Me encanta»: habla de lo que le gusta a él.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«Deberías comprártelo»: dice qué hacer.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le puedo pedir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sola frase puede mezclar los tres tipos. Hay que separarlos.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hecho que es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dice: «El Athletic juega en Anoeta».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¿Dice cómo son las cosas? Sí: dónde juega un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compruebo: el Athletic juega en San Mamés. Anoeta es el campo de la Real Sociedad.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 es una afirmación de hecho…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«hecho» no quiere decir «verdad». Quiere decir que se decide mirando el mundo.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 solo un gusto?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«Pegar a alguien por su origen está mal.»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 gusto, como «me aburre el fútbol»? ¿Cada uno el suyo?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habla de lo que me gusta a mí: dice qué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todas las opiniones valen lo mismo: esta tiene razones muy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daño, es injusto y nadie querría que se lo hicieran a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sea una opinión no quiere decir que dé igual. Se discute con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así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hecho es algo verdadero»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está bien o mal es cuestión de gustos»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 vale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(relativismo): «todas las ideas valen igual»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Dogmatismo: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«mi idea no la cambio nunca»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Así sí: el pensador crítico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puede ser verdadero o falso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opiniones,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 las razones y cambia de idea si hay mejores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a la persona no es aceptar su idea sin razones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afirmación de hecho dice cómo son las cosas, y puede ser verdadera o falsa.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gusto habla de mí y no se discute.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opinión dice qué es bueno o qué deberíamos hacer: se discute con razones, y no todas valen igual.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hechos y opiniones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frases que se comprueban y frases que dependen de quien habla.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