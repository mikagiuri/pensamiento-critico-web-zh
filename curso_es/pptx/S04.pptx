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 · UNIDAD 1 · PENSAR, CREER Y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Hacer buenas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preguntas cerradas piden un dato; las abiertas piden explicar. «¿Cómo lo sabes?» pide la fuente y las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 puedo sentir seguro y estar ______.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Saber es creer algo que es verdad y tener buenas ______.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gustos no se discuten; las ______, sí.  (sesión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 puedo sentir seguro y estar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equivocado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Saber es creer algo que es verdad y tener buenas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Los gustos no se discuten;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opiniones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sí.  (sesión 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vuelve de la excursión. Su madre le pregunta: «¿Bien?». La chica: «Sí». Su padre le pregunta: «¿Qué es lo que más te ha gustado?».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¿Con qué pregunta se entera de más cosas?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Tipos de preguntas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TIPOS DE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Pregunta cerrada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Se contesta con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sí</a:t>
            </a:r>
            <a:r>
              <a:rPr sz="2800" b="1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o un dato corto.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«¿Has cenado?»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«¿A qué hora empieza el partido?»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Sirve para comprobar un dato concreto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TIPOS DE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Pregunta abierta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Pide explicar, contar o dar razones. No se contesta con una palabra.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«¿Qué te ha parecido la película?»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«¿Por qué piensas eso?»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Sirve para entender a alguien o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TIPOS DE 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pregunta del pensador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«¿Cómo lo sabes?» pide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fuente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y las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Fuente: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dónde sale una información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«¿Quién lo dijo primero?»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«¿Dónde lo has visto o leído?»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«¿Qué pruebas hay? ¿Lo has comprobado?»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rumor en el patio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dice: «El entrenador se va del equipo».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Pregunta cerrada: «¿Es verdad?». El chico: «Sí». No aprendo nada nuevo.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Pregunta abierta: «¿Cómo lo sabes?». El chico: «Me lo dijo uno de 4.º».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Otra más: «¿Y cómo lo sabe él?». El chico: «Ni idea».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buena pregunta muestra que no hay una fuente clara. Todavía no me lo creo.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vídeo de TikTok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dice: «Los científicos confirman que dormir con el móvil debajo de la almohada da dolor de cabeza».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«¿Qué científicos?» El vídeo no da nombres ni universidad.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«¿Dónde se publicó?» No enseña ningún estudio.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«¿Cómo lo midieron?» No lo explica.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respuesta a estas preguntas, no tengo razones para creerlo. Tampoco para decir que es mentira.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pregunta abierta con trampa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«¿Por qué los hermanos pequeños son tan pesados?»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pregunta abierta… ¿es una buena pregunta?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abierta: no se contesta con sí o 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ya da por hecho algo: que los hermanos pequeños son pesados.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contesto, acepto eso sin que nadie lo haya demostrado.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antes de contestar, mira qué da por hecho la pregunta.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Preguntar bien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PREGUNTAR 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qué? y ¿para qué?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pide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¿Por qué?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causa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lo que ha pasado 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«¿Por qué estás cansada?» «Porque he dormido mal»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¿Por qué?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razones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lo que apoya una idea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«¿Por qué piensas eso?» «Porque lo he leído en…»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¿Para qué?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finalidad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lo que se quiere conseguir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«¿Para qué entrenas?» «Para jugar el sábado»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PREGUNTAR 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Preguntar mal y preguntar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para pillar al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sin escuchar la respuesta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Preguntas que ya llevan la respuesta: «¿A que es verdad?»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para entender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Escuchar la respuesta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Preguntas limpias: «¿Cómo lo sabes?»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pregunta cerrada se contesta con sí, no o un dato corto.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pregunta abierta pide explicar, contar o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«¿Cómo lo sabes?» pide la fuente y las razones. Antes de contestar, mira qué da por hecho la pregunta.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Preguntas abiertas y preguntas cerradas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cómo una pregunta abierta consigue más información que una cerrada.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