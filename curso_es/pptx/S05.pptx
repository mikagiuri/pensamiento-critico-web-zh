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 · UNIDAD 1 · PENSAR, CREER Y SABER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¿Por qué creemos lo que creemos?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Muchas creencias no vienen de razones, sino de la costumbre, el grupo, la autoridad o la emoción, como en el cuento del rey que cojeaba.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bien es preguntar para ______, no para pillar al otro.  (sesión 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contestar, mira qué da por ______ la pregunta.  (sesión 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caso del reloj parado muestra que la definición de saber no es ______.  (sesión 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bien es preguntar para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entender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no para pillar al otro.  (sesión 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Antes de contestar, mira qué da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hecho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la pregunta.  (sesión 4)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caso del reloj parado muestra que la definición de saber no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perfecta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Todos en la clase de una chica llevan las mismas zapatillas. Sin darse cuenta, ella empieza a pensar que son las mejores.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¿Lo piensa por una razón… o por otra cosa?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Cuatro caminos para creer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CAMINOS PARA CREER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¿De dónde vienen nuestras creencias?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Muchas cosas las creemos sin mirar sus razones. Hay cuatro caminos: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Costumbre: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«siempre se ha hecho así»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cree toda mi cuadrilla»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Autoridad: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ha dicho alguien importante»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«me gusta creerlo» o «me da miedo»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CAMINOS PARA CREER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cuatro caminos, con ejemplos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Camino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 para revisarla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Costumbre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«Se hace así porque siempre se ha hecho así»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¿Hay alguna razón, o solo es costumbre?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«Esa serie es malísima: lo dicen todos mis amigos»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¿La he visto yo?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Autoridad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 dice un youtuber con millones de seguidores»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¿Sabe de ese tema?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Emoción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«No ha sido falta: es mi equipo»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¿Diría lo mismo si fuera el otro equipo?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CAMINOS PARA CREER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¿Son siempre malos estos caminos?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«Si lo cree el grupo, es falso»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«Nunca hay que hacer caso a nadie»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«Las emociones no sirven para nada»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Casi todo lo sabemos porque nos lo cuentan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Confiar en quien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sabe del tema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razonable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informan: el miedo avisa de peligros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problema es no revisarlas nunca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rey que cojeaba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EL REY QUE COJEABA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cuento (1) · Todo el palacio cojea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Había una vez un rey que era cojo. Sus cortesanos, para caerle bien, empezaron a cojear. Pronto cojeaba todo el palacio: ministros, guardias, cocineros… Nadie caminaba recto.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cojeaban? No les dolía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principio, para agradar a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autoridad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el rey.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Después, porque lo hacían todos: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grupo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Y al final ya era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costumbre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nadie tenía una buena razón para cojear.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EL REY QUE COJEABA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cuento (2) · El caballero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Llega un caballero de fuera que camina recto. Todos se ríen. El rey se enfada. El caballero dice: «Majestad, cojeo de los dos pies a la vez».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se ríen? Porque es distinto al grupo, no porque haga algo 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Aquí actúa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emoción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la burla y el miedo a quedar 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 respuesta es ingeniosa: se burla de la costumbre y a la vez se libra del castigo.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único que camina bien parece el raro. Lo normal no siempre es lo razonable.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EL REY QUE COJEABA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de hoy · Una crema para granos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cree que una crema para granos funciona. La usa toda su cuadrilla, la anuncia su influencer favorita y a ella le hace mucha ilusión.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«La usa toda su cuadrilla»: camino del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grupo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«La anuncia su influencer»: camino de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autoridad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Pero ¿sabe de piel?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«Le hace mucha ilusión»: camino de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emoción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nada de eso dice si la crema funciona. Mejor preguntar a quien sabe: un médico o una farmacéutica.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EL REY QUE COJEABA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¿Autoridad = mala razón?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cree que la Tierra gira alrededor del Sol. Nunca lo ha comprobado: se lo explicó su profesora.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cree por autoridad… ¿entonces es una mala razón?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Sí, es el camino de la autoridad.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profesora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sabe del tema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y la ciencia lo ha comprobado muchísimas veces.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es como el influencer de la crema: él no sabe de piel.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problema no es fiarse de alguien, sino fiarse de quien no sabe.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Muchas creencias vienen de la costumbre, el grupo, la autoridad o la emoción.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Esos caminos pueden acertar o fallar: fiarse de quien sabe del tema es razonable.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 importante es poder revisarlas, no creer como el palacio que cojeaba.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presión de grupo explicada para adolescentes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el grupo nos empuja a pensar y hacer cosas sin razones. Evitar el experimento de Asch: se verá en la sesión 29.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