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9 · UNIDAD 2 · ARGUMENTAR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Buenas razones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buena razón pasa tres preguntas: ¿es verdad?, ¿viene a cuento?, ¿es suficiente? Si falla una, no sirve para esa conclusión.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Al reconstruir, quito lo que ______: adornos, repeticiones, insultos.  (sesión 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Al reconstruir el argumento de otro, hay que ______ lo que dijo.  (sesión 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«¿Cómo lo sabes?» pide la ______ y las razones.  (sesión 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Al reconstruir, quito lo que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sobra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adornos, repeticiones, insultos.  (sesión 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Al reconstruir el argumento de otro, hay que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respetar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lo que dijo.  (sesión 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«¿Cómo lo sabes?» pide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fuente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y las razones.  (sesión 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«Convencedme de que hoy no ponga deberes.» «Porque no.» «Porque eres el mejor profe.» «Porque mañana tenemos examen de Matemáticas.»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 te parece una razón de verdad?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Tres preguntas para una razón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PREGUNTAS PARA UNA RAZÓN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preguntas, en orden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Se hacen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en orden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Si falla una, la razón no sirve para esa conclusión.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1.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¿Es verdad?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¿O, al menos, es creíble?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2.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¿Viene a cuento?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 decir: ¿tiene que ver con la conclusión?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3.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¿Es suficiente?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¿Basta, o hace falta más?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buena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razón pasa las tres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PREGUNTAS PARA UNA RAZÓN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1 · ¿Es verdad?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Si la razón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falsa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, el argumento se cae. No hace falta seguir.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«Con cuatro horas de sueño tienes de sobra»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Falso: a tu edad se recomiendan entre 8 y 10 horas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PREGUNTAS PARA UNA RAZÓN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2 · ¿Viene a cuento?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razón puede ser verdad 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tener que ver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con la conclusión.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«Un chico debe ser delegado porque es el más alto»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ser verdad, pero la altura no importa para ser delegado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PREGUNTAS PARA UNA RAZÓN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3 · ¿Es suficiente?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razón puede ser verdad y venir a cuento, pero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bastar</a:t>
            </a:r>
            <a:r>
              <a:rPr sz="2800" b="1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«Los de esa clase son unos vagos: uno no trajo los deberes»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alumno, un día: no basta para hablar de toda una clase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Las zapatillas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«Estas zapatillas son las mejores para correr: las anuncia un futbolista famoso.»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verdad? Sí: es verdad que las anuncia.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¿Viene a cuento? No: anunciarlas no dice si son buenas para correr. Además, le pagan por hacerlo.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Ya ha fallado una: no hace falta seguir.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mala razón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porque no viene a cuento.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Vuelta al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«Convencedme de que hoy no ponga deberes.» «Porque no.» «Porque eres el mejor profe.» «Porque mañana tenemos examen de Matemáticas.»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«Porque no»: no da ninguna razón. Solo repite la conclusión.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«Porque eres el mejor profe»: es un halago. No viene a cuento con los deberes.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«Porque mañana hay examen»: es verdad, viene a cuento y puede bastar para pedir la tarde libre.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solo la tercera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buena razón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¿La altura no viene a cuento?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«Un chico debería ser nuestro portero: es el más alto de la clase.»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Como con el delegado: la altura no viene a cuento, ¿verdad?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igual que lo del delegado: otra vez la altura.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conclusión es otra. Un portero alto llega a más balones: aquí la altura sí importa.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suficiente? Sola, no: también cuentan los reflejos y las ganas.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si una razón viene a cuento depende de la conclusión. No la juzgues por su forma.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Parecen razones y no lo 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PARECEN RAZONES Y NO LO 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Llevan «porque», pero no son razones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Por qué no es una razón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Repetir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«Esta serie es la mejor porque es la mejor»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Dice lo mismo dos veces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Un gusto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reguetón es la mejor música, porque me encanta»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Habla de mí, no de todos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Una amenaza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«Vótame de delegado o no te paso los apuntes»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Solo mete miedo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Un insulto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«Eso es una tontería, porque eres un pringado»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Ataca a quien habla, no a lo que dice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buena razón pasa tres preguntas: ¿es verdad?, ¿viene a cuento?, ¿es suficiente?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Si falla una de las tres, la razón no sirve para esa conclusión.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Repetir, un gusto, una amenaza o un insulto no son razones, aunque lleven «porque».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Monty Python, «La clínica de las discusiones», subtitulada en español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con humor que llevar la contraria no es dar razones. Revisarlo antes: es humor británico de los años 70.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