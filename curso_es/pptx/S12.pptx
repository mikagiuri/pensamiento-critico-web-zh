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12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 unidad: qué es un argumento, cómo reconstruirlo, las tres preguntas, deducción e inducción, y contraejemplos y analogías.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analogía es buena si las dos cosas se parecen en lo que ______.  (sesión 11)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______ es un caso que va en contra de una afirmación general.  (sesión 11)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no siempre va al ______.  (sesión 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analogía es buena si las dos cosas se parecen en lo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importa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contraejemplo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un caso que va en contra de una afirmación general.  (sesión 11)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no siempre va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argumento es como una silla: la conclusión es el asiento y las premisas son las patas.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pasa si una pata está rota, o si falta una?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7 · ¿Qué es un argumento?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argumento es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apoyada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(razones).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premisa: «porque», «ya que», «como»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conclusión: «por tanto», «así que», «por eso»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conclusión no siempre va al final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8 · Reconstruir argumentos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Busca la conclusión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Busca las premisas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Quita lo que sobra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4. Busca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 oculta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la que no se dice, pero hace falta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9 · Buenas razones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Si falla…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 de razón que falla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¿Es verdad?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razón es falsa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«Con cuatro horas de sueño tienes de sobra»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¿Viene a cuento?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tiene que ver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«Debe ser delegado porque es el más alto»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¿Es suficiente?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basta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«Son unos vagos: uno no trajo los deberes»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10 · Deducción e inducción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Conclusión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Deducción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Segura, si está bien hecha y las premisas son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Todos los de 2.º tienen Inglés; Aitor es de 2.º…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Inducción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Probable: puede fallar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pizza siempre llega fría; hoy también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11 · Ejemplos, contraejemplos y analogías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Herramienta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Ejemplo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Apoya una idea, pero no demuestra un «todos»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Contraejemplo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Va en contra: basta uno para tumbar un «todos»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Analogía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Compara: es buena si se parecen en lo que importa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con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CON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móvil en clase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«Nadie aprende nada con el móvil en clase: mi hermano lo usa y lo suspende todo. Por tanto, hay que prohibir los móviles en todos los institutos.»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C: hay que prohibir los móviles en todos los institutos. P: nadie aprende con el móvil; mi hermano suspende.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El hermano es un solo caso: una inducción muy débil.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 «nadie aprende»? Un contraejemplo la tumba: alguien que usa el móvil como diccionario y aprende.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idea se puede defender, pero estas razones no son suficientes.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CON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Una deducción que falla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«Todos los peces pueden vivir fuera del agua. El salmón es un pez. Por tanto, el salmón puede vivir fuera del agua.»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una deducción bien hecha. ¿Entonces la conclusión es segura?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forma es buena: si las premisas fueran verdad, la conclusión también lo sería.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hago la primera pregunta de una buena razón: ¿es verdad? P1 es falsa.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una premisa falsa, la deducción no asegura nada, aunque esté bien hecha.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deducción asegura la conclusión solo si está bien hecha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y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sus premisas son verdad.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argumento es una conclusión apoyada en premisas; a veces hay premisas ocultas.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buena razón es verdad, viene a cuento y es suficiente.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deducción bien hecha asegura; la inducción hace probable; un contraejemplo tumba un «todos».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