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13 · UNIDAD 3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una falacia?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falacia es un argumento que parece bueno pero no lo es: sus razones no sostienen la conclusión.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premisa ______ no se dice, pero hace falta.  (sesión 12)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de una inducción es ______: puede fallar.  (sesión 12)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no es ______ todo ni llevar siempre la contraria.  (sesión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premisa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oculta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se dice, pero hace falta.  (sesión 12)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de una inducción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probable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puede fallar.  (sesión 12)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críticamente no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criticar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todo ni llevar siempre la contraria.  (sesión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«Este batido es el mejor. Lo toma el futbolista más famoso de la liga y lo compra todo el mundo.»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sabes de verdad del batido después de leer esto?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una falacia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FALACIA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Falacia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Solemos llamar falacia a un argumento que parece bueno, pero no lo es: sus razones no sostienen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ser 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truco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para engañar…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… o un error que cometemos sin darnos cuenta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más frecuentes tienen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nombre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FALACIA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¿Dónde falla una falacia? (sesión 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Si falla…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¿Es verdad?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Dato falso: argumento malo, pero no suele llamarse falacia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¿Viene a cuento?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Habla de otra cosa: aquí fallan muchas falacias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¿Es suficiente?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Poco para una conclusión tan grande: otra falacia típica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FALACIA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es y lo que no 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con la que no estoy de acuerdo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frase falsa, sin más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Cualquier argumento que no me convence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 falacia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argumento con un fallo escondido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Unas razones que no llevan a la conclusión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truco que se puede nombrar y desmontar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batido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«Este batido es el mejor. Lo toma el futbolista más famoso de la liga y lo compra todo el mundo.»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el batido es el mejor.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razones me dan? Lo toma un futbolista y lo compra mucha gente.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¿Bastan? No: un futbolista no tiene por qué saber de nutrición, y venderse mucho no lo hace el mejor.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parece un argumento, pero es una falacia. Sigo sin saber nada del batido.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argumento que sí es bueno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«Hoy me llevo el paraguas porque la app del tiempo da un 90 % de lluvia y el cielo está negro.»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Se puede comprobar en la app y mirando al cielo.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Sí: las dos razones hablan de si va a llover.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Para llevar un paraguas,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una falacia. No todos los argumentos son trucos.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Ojo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OJO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ideas para no liarse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falacia puede tener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 verdadera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falla el camino, no el final.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frase falsa no es una falacia: es solo un error.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esta unidad: falacias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atacan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desvían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emocionan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OJO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Conclusión verdadera, ¿argumento bueno?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«Fumar es malo para la salud. Lo sé porque lo dice mi youtuber de videojuegos favorito».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que dice es verdad. ¿Entonces su argumento es bueno?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conclusión es verdad: la medicina lo ha comprobado muchísimas veces.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su razón es otra: un youtuber de videojuegos, que no tiene por qué saber de salud.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¿Basta esa razón? No: la conclusión es verdad, pero no gracias a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conclusión verdadera no hace bueno el argumento. Mira el camino, no solo el final.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falacia es un argumento que parece bueno, pero no lo 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Casi siempre falla así: la razón no viene a cuento o no es suficiente.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falacia puede tener una conclusión verdadera: lo que falla es el camino.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una falacia, explicado con ejemplos sencillos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la definición con otras palabras y ver ejemplos de la vida diaria.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