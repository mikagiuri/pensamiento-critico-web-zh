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14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Ataque a la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Atacar a quien habla, o decirle que él también lo hace, no demuestra que su idea sea falsa.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______?, ¿es ______?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falacias de la unidad 3 atacan, ______ o emocionan.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______, el argumento se cae.  (sesión 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?,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falacias de la unidad 3 atacan,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desvían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 emocionan.  (sesión 13)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argumento se cae.  (sesión 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propone alargar el recreo cinco minutos. Kevin contesta: «Tú qué vas a proponer, si eres nuevo y no sabes ni dónde está el gimnasio».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dicho Kevin algo sobre si la idea de Omar es buena?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Atacar a la persona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Ataque a la persona (ad hominem)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Atacar a quien da un argumento en lugar de responder a su argumento.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ad hominem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significa «contra la persona»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Ataca su aspecto, sus notas, su edad, su familia…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idea se queda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responder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tiene que ver quién lo dice con la idea?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«Tú también» (tu quoque)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Rechazar una crítica o un consejo porque quien lo da tampoco lo cumple.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tu quoque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significa «tú también»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un tipo de ataque a la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alguien no cumpla un consejo no lo hace falso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ATACAR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Señal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la persona, no de la idea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«¿Tú? Si suspendiste Matemáticas.»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su edad, su grupo o su aspecto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«Eres un crío, qué sabrás.»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 devuelve la crítica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«Pues tú también lo haces.»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recreo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propone alargar el recreo cinco minutos. Kevin: «Tú qué vas a proponer, si eres nuevo y no sabes ni dónde está el gimnasio».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propone Omar? Alargar el recreo.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 Kevin? Habla de Omar, no del recreo.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tiene que ver ser nuevo con la idea? Nada: la idea es buena o mala igual.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ataque a la persona. La propuesta de Omar sigue sin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«Tú también», en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Yasmin: «Deja ya el móvil, llevas tres horas». Yasmin: «¡Pues anda que tú, siempre con el WhatsApp!».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la madre? Que tres horas de móvil son demasiadas.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 Yasmin? Que su madre también lo usa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¿Eso cambia algo? Si la madre también se pasa, el consejo sirve para las 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«tú también». Puede ser cierto, pero no responde a la crítica.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la persona sí importa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dice que unas pastillas quitan el acné en tres días. Quien lo dice es el dueño de la marca que las vende.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¿Habla de la persona? Sí: dice que gana dinero vendiéndolas.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Sí: quien gana dinero puede exagerar. Es una razón para pedir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demuestra que sea falso: solo que su palabra no basta.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ad hominem. Hablar de la persona vale si afecta a su fiabilidad.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No todo es ataque a la persona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NO TODO ES ATAQUE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¿Ataque o dato que 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Ataque a la persona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le hagas caso, es un friki»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«Qué sabrá, si es de primero»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«Tú también lo haces, así que calla»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Viene a cuento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vende él: pidamos pruebas»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«Ya nos mintió con esto: comprobémoslo»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es médico: preguntemos a un médico»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NO TODO ES ATAQUE A LA PERSONA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¿Siempre es «tú también»?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Omar, el delegado, pide en clase: «Respetad el turno de palabra». Luego interrumpe a todos. Naiara: «Pides respetar el turno y tú no lo respetas».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devuelve la crítica. ¿Es la falacia «tú también»?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no dice que la norma sea mala. No la usa para librarse de cumplirla.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Señala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incoherencia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real: Omar pide algo que él no hace.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eso viene a cuento: un delegado tiene que dar ejemplo.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señalar una incoherencia no es falacia. Lo sería decir: «entonces yo tampoco respeto el turno».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ataque a la persona responde a quien habla, no a lo que dice.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«Tú también» rechaza un consejo porque quien lo da tampoco lo cumple.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Hablar de la persona vale solo si afecta a su fiabilidad: intereses, mentiras o saber del tema.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ad hominem y el «tú también», con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ataques a la persona en discusiones, debates y redes.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