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16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Apelar a las emociones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emociones importan y a veces son razones; la falacia es asustar o dar pena en lugar de dar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resumen justo, el otro diría: «sí, eso ______».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muñeco de paja se parece a una persona, pero se ______ de un golpe.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tumbar un «todos», ______ uno.  (sesión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resumen justo, el otro diría: «sí, eso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digo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muñeco de paja se parece a una persona, pero 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tumba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un golpe.  (sesión 15)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tumbar un «todos»,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basta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uno.  (sesión 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«Si no reenvías este mensaje a diez contactos antes de medianoche, tu cuenta de WhatsApp se borrará.»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sientes al leerlo? ¿Te da alguna prueba?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Miedo, pena y culpa en lugar de razones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al miedo (ad metum)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Convencer asustando, en lugar de dar razones: con un peligro que no se demuestra o que no viene a cuento.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que decidas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rápido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sin pensar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Cadenas de WhatsApp, anuncios, rumores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¿ese peligro es real? ¿Qué pruebas hay?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Apelación a la pena (ad misericordiam)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Convencer dando pena en lugar de dar razones sobre lo que se discute.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apelación 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pena puede ser real, pero no responde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 quito la pena, ¿qué razón queda?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MIEDO, PENA Y CULPA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Señal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no…, pasará algo terrible»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«Sin esta funda, perderás todas tus fotos»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Tristeza en lugar de 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«Apruébame, que si no me castigan»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«Si de verdad te importara tu familia…»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«Compártelo o eres mala persona»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cadena de WhatsApp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«Si no reenvías este mensaje a diez contactos antes de medianoche, tu cuenta de WhatsApp se borrará.»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piden? Reenviar el mensaje.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dan? Un miedo: perder la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 hay? Ninguna. WhatsApp no borra cuentas por no reenviar cadenas.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al miedo. Si quito el miedo, no queda ninguna razón.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parte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chico, al profesor: «No me pongas el parte por usar el móvil en clase. Mi madre me castigará sin ir al partido del Athletic».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se discute? Si usar el móvil en clase merece el parte.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da el chico? Que el castigo le dará mucha pena.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quito la pena, ¿qué queda? Nada sobre si usó el móvil.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apelación a la pena. Su tristeza puede ser real, pero no viene a cuento.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miedo con razones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Cartel de una escuela de bici: «Lleva casco. En una caída, protege la cabeza. Lo dicen los médicos de urgencias».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¿Da miedo? Sí: habla de caídas.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peligro es real? Sí: en bici hay caídas.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razones? Sí: explica cómo protege el casco y quién lo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Avisar de un peligro real, con razones, es legítimo.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Emoción con razones o en lugar de razones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EMOCIÓN CON RAZONES O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¿Cuándo es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miedo, la pena o la culpa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sustituyen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peligro no se demuestra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meten prisa para que no pienses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emoción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acompaña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peligro es real y se explica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Puedes comprobarlo con calma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EMOCIÓN CON RAZONES O EN LUGAR DE RAZONES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¿Dar pena es siempre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Cartel del instituto: «Recogemos comida para el banco de alimentos. Hay familias del barrio que no tienen suficiente para comer».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pena. ¿Es una apelación a la pena?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Sí, da pena: habla de familias que lo pasan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¿qué se pide? Ayudar. Y que alguien pase hambre es justo la razón para ayudar.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quito la pena, ¿qué razón queda? Una necesidad real, que se puede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La emoción acompaña a una razón que viene a cuento.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apelación al miedo asusta en lugar de dar razones: el peligro no se demuestra.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apelación a la pena da pena en lugar de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emociones valen si acompañan a las razones, no si las sustituyen.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Cadenas falsas de WhatsApp que meten miedo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Reconocer el miedo como truco en mensajes que les llegan de verdad.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