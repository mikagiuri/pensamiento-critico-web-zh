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18 · UNIDAD 3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qué es una falacia y las que atacan a la persona, deforman la idea, desvían el tema o usan emociones.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pista falsa consiste en cambiar de ______ para no responder.  (sesión 17)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la desmonta: ¿qué tiene que ______ esto con lo que hablábamos?  (sesión 17)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falacia es un argumento que ______ bueno, pero no lo es.  (sesión 13)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pista falsa consiste en cambiar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tema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para no responder.  (sesión 17)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la desmonta: ¿qué tiene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esto con lo que hablábamos?  (sesión 17)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falacia es un argumento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parece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bueno, pero no lo es.  (sesión 13)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«Tú no opinas, que siempre llegas tarde. Además, si no me das la razón, te quedas sin amigos. Y, por cierto, ¿has visto el partido?»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trucos encuentras en estas tres frases?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Falacia (sesión 13)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argumento que parece bueno, pero no lo es: sus razones no sostienen la conclusión.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fallar: ¿viene a cuento? o ¿es suficiente?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tener una conclusión verdadera: falla el camino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Atacar y deformar (sesiones 14 y 15)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La pregunta que la desmonta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Ataque a la persona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Ataca a quien habla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tiene que ver quién lo dice?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«Tú también»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Tú tampoco lo cumples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¿Eso hace falso el consejo?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Hombre de paja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Deforma la idea del otro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¿Es eso exactamente lo que he dicho?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Emocionar y desviar (sesiones 16 y 17)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La pregunta que la desmonta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Apelación al miedo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Asusta sin 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¿Ese peligro es real?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Apelación a la pena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Da pena, no razones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 quito la pena, ¿qué razón queda?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Pista falsa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Cambia de 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tiene que ver con lo que hablábamos?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no es falacia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Atacar a la persona sin más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Exagerar la idea del otro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Asustar sin pruebas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tema para esquivar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Legítimo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Dudar de quien gana dinero con ello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Resumir la idea con justicia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Avisar de un peligro real con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tema por algo urgente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analizar una frase sospechosa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¿Qué me piden creer o hacer?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¿Qué razón me dan?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¿Viene a cuento? ¿Habla de la idea o de otra cosa?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4. Si es un truco, ponle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nombre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hazle su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pregunta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 resuelto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 RESUELTO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trucos en tres frases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«Tú no opinas, que siempre llegas tarde. Además, si no me das la razón, te quedas sin amigos. Y, por cierto, ¿has visto el partido?»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«Siempre llegas tarde»: ataca a la persona, no a su opinión.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«Te quedas sin amigos»: apelación al miedo, sin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«¿Has visto el partido?»: pista falsa, cambia de tema.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tres falacias y ninguna razón. La opinión del otro sigue sin respuesta.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 RESUELTO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Miedo y prisa: ¿siempre falacia?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Suena la alarma de incendios. La profesora: «¡Salid ya, en fila, sin coger las mochilas!».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Mete miedo y prisa, como las cadenas de WhatsApp. ¿Es apelación al miedo?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Hay miedo y hay prisa: no deja pensar con calma.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 peligro es real, o puede serlo: la alarma es la señal.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Aquí pararse a discutir sería lo peligroso. Ya se comprobará después.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Mira si el peligro es real, no solo si da miedo.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falacia parece un buen argumento, pero sus razones no sostienen la conclusión.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de esta unidad atacan a la persona, deforman la idea, desvían o emocionan.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Cada falacia tiene una pregunta que la desmonta.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