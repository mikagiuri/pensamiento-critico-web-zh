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19 · UNIDAD 4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Generalización apresurada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generalización apresurada saca una conclusión sobre todos a partir de pocos casos que no bastan.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es un truco, ponle ______ y hazle su pregunta.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hombre de paja ______ la idea del otro.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no siempre va al ______.  (sesión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es un truco, ponle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nombre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hazle su pregunta.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hombre de paja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deforma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 idea del otro.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no siempre va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final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«Mi primo compró unas zapatillas por internet y le llegaron rotas. Comprar por internet es siempre una estafa.»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casos ha mirado? ¿Basta con eso para decir «siempre»?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De un caso a «todos»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 UN CASO A «TODOS»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Generalización apresurada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Sacar una conclusión sobre todos (o sobre «siempre») a partir de pocos casos que no bastan.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generalización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precipitada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Falla la pregunta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suficiente?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9)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¿cuántos casos has mirado? ¿Son suficientes?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 UN CASO A «TODOS»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usar palabras como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nunca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siempre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ninguno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prueba es un caso, dos o «uno que conozco»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veces habla de un grupo entero de personas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 nacen muchos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estereotipos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ideas fijas sobre un grupo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 UN CASO A «TODOS»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 pocos casos a «todos»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Casos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Conclusión apresurada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Dos chicos de otra clase se copian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«En esa clase son todos unos copiones»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videojuego de una marca me aburrió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«Los juegos de esa marca son malos»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día el metro llegó tarde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metro nunca es puntual»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zapatillas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«Mi primo compró unas zapatillas por internet y le llegaron rotas. Comprar por internet es siempre una estafa.»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conclusión? Comprar por internet es siempre una estafa.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casos hay? Uno: el del primo.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No: cada día hay muchísimas compras por internet, y la mayoría llegan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generalización apresurada. Lo justo sería: «a veces falla; conviene mirar bien la tienda».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equipo entero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«Un chico de otro equipo me empujó en el partido. Los de ese equipo son todos unos brutos».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casos? Uno.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jugadores hay en ese equipo? Muchos: uno no los representa.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justo? No: culpa a muchos por lo que hizo uno. Cada persona es distinta.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generalización apresurada. Así empiezan los estereotipos.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Cuando sí se puede generalizar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Imagina una encuesta a 500 alumnos de 20 institutos de Bizkaia. El 80 % dice que usa el móvil para estudiar (datos inventados).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casos? Muchos: 500.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¿Son variados? Sí: de 20 institutos distintos.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Para decir «la mayoría», sí; para decir «todos», no. Y no dice nada de cada alumno.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Generalizar con muchos casos variados es una inducción bien hecha (sesión 10).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sola cucharada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prueba una cucharada de la sopa y dice: «Esta sopa está salada». Solo ha mirado un caso.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caso para hablar de toda la sopa… ¿generalización apresurada?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saca una conclusión sobre toda la sopa con una sola cucharada.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sopa está mezclada: todas las cucharadas son casi iguales.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personas, tiendas o partidos no pasa eso: cada caso puede ser muy distinto.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Cuántos casos hacen falta depende de lo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variadas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que sean las cosas.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Generalizar bien y 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GENERALIZAR BIEN Y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¿Apresurada o bien hecha?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Apresurada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Pocos casos, para cosas muy distintas entre sí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Casos muy parecidos o elegidos a propósito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Dice más de lo que muestran los casos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Bien hecha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Casos suficientes para lo variadas que son las cosas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Casos variados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Dice solo lo que muestran: «la mayoría», «a menudo»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generalización apresurada pasa de pocos casos que no bastan a «todos» o «siempre».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desmontarla: ¿cuántos casos has mirado? ¿Son suficientes?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Generalizar está bien con casos suficientes y variados, sin decir más de lo que muestran.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generalización apresurada y los estereotipos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de un caso se salta a «todos», también con grupos de personas.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