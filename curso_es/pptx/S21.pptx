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21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Pendiente resbaladiza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pendiente resbaladiza encadena consecuencias cada vez peores sin dar razones de que cada paso lleve al siguiente.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falso dilema, las opciones escondidas pueden estar en ______, en las dos a la vez o en otra distinta.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______ opciones cuando en realidad hay más.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______, el argumento se cae.  (sesión 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falso dilema, las opciones escondidas pueden estar 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medio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en las dos a la vez o en otra distinta.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falso dilema presenta solo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opciones cuando en realidad hay más.  (sesión 20)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la razón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falsa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el argumento se cae.  (sesión 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«Si hoy te dejo quedarte hasta las diez, mañana querrás hasta las doce, y acabarás no volviendo a casa.»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¿Es seguro que un paso lleva al siguiente?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Cadenas de consecuencias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CADENAS DE CONSECUENCIAS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Pendiente resbaladiza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Decir que un primer paso pequeño llevará sin remedio a una cadena de consecuencias terribles, sin dar razones de cada paso.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Como un tobogán: si te subes, no puedes parar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Aunque cada paso sea posible, toda la cadena es poco probable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¿por qué un paso lleva seguro al siguiente?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CADENAS DE CONSECUENCIAS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Empieza con algo pequeño y acaba en algo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terrible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Muchos «y entonces…» seguidos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Nadie explica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qué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paso lleva al siguiente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parece a la apelación al miedo: asusta con el final (sesión 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Hasta las diez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«Si hoy te dejo quedarte hasta las diez, mañana querrás hasta las doce, y acabarás no volviendo a casa.»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¿Primer paso? Quedarse hasta las diez un día.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¿Final? No volver a casa.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¿Un paso lleva seguro al siguiente? No: los padres pueden decir que no a las doce.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pendiente resbaladiza. Se puede hablar del primer paso sin saltar al final.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Los deberes de Lengua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Kevin: «Si hoy no hago los deberes de Lengua, suspenderé, repetiré, dejaré el instituto y nunca encontraré trabajo».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pasos? Cuatro, cada uno peor.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 razones alguno? No: un día sin deberes no suspende una asignatura.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Cada salto necesita una razón, y no hay ninguna.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pendiente resbaladiza. Hacer los deberes está bien, pero esa razón no vale.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cadena real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tiene el móvil al 5 %: «Si no lo cargo, se apagará esta tarde y no podré avisar a mi madre al salir de entrenar».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pasos? 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¿Cada paso tiene razón? Sí: con un 5 % de batería, el móvil se apaga pronto.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exagerado el final? No: no poder avisar es algo real y pequeño.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Algunas consecuencias son reales cuando cada paso está bien apoyado.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Solo en las fiestas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Dylan: «Si empiezas fumando “solo en fiestas”, es fácil que acabes fumando cada día. La nicotina engancha».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Empieza con algo pequeño y acaba mal… ¿pendiente resbaladiza?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el tobogán: un paso pequeño y un final malo.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hay razones para el paso: la nicotina engancha, y eso está muy estudiado.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no dice «seguro»: dice que es fácil que pase. No exagera.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Lo que importa es si cada paso tiene razones, no si el final es malo.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No toda cadena es falacia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NO TODA CADENA ES FALACIA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¿Tobogán o consecuencia real?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Pendiente resbaladiza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Pasos sin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Final exagerado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paso se da por seguro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Consecuencia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Cada paso con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«puede pasar», no «pasará seguro»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Se puede comprobar cada paso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pendiente resbaladiza encadena consecuencias cada vez peores sin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desmontarla: ¿por qué un paso lleva seguro al siguiente?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toda cadena es falacia: si cada paso tiene razones, el aviso vale.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falacia de la pendiente resbaladiza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cadenas de consecuencias exageradas, a menudo con humor.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