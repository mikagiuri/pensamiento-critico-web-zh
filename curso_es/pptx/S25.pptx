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25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autoridad?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autoridad por poder puede mandarte; una autoridad por saber te da buenas razones para creer algo.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las falacias de la unidad 4, las razones no ______ para la conclusión.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dos ______.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______?, ¿es ______?  (sesión 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las falacias de la unidad 4, las razones no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bastan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para la conclusión.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dos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opciones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?,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Tu entrenador te dice: «Sal al campo». Tu médica te dice: «Tómate este jarabe». Los dos «mandan».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¿Les haces caso por el mismo motivo?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tipos de autoridad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Autoridad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autoridad es alguien a quien hacemos caso por lo que es o por lo que sabe.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poder: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puede mandar, porque tiene un cargo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saber: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sabe mucho de un tema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misma persona puede tener las 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Poder y saber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Autoridad por poder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Autoridad por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cargo: puede mandar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Conocimiento de un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Directora, árbitro, policía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Médica, mecánico, profesor de Química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me 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obedezca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crea lo que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Por qué hacer caso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las normas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Porque sabe y tiene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TIPOS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Cuidado: tener poder no es tener razón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árbitro manda en el partido, pero puede equivocarse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Obedecer no significa que quien manda tenga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sabe de todo por ser jefe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su saber, un experto no puede mandarte: solo darte razones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árbitro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partido del Athletic, el árbitro pita penalti. En la repetición se ve claro que no lo 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autoridad tiene el árbitro? Por poder: el reglamento le da la última palabra.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¿Acierta siempre? No: es una persona y puede equivocarse.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que obedecerle? En el partido, sí: su decisión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obedecer al árbitro no significa creer que tiene razón.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mecánica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lleva la bici al taller. La mecánica le dice que la cadena está gastada y que hay que cambiarla.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autoridad tiene? Por saber: arregla bicis todos los días.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obligar a esa chica? No: no manda sobre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creerla? Porque sabe del tema y puede enseñarle la cadena gastada.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le hago caso por lo que sabe, no porque me mande.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directora y el fútbol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directora del instituto dice en el patio: «Este año el Athletic gana la Liga, seguro».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autoridad? Por poder, en el instituto: puede poner normas.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autoridad por saber sobre fútbol? No más que cualquier aficionado.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cargo no hace que su opinión sobre fútbol valga 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poder en un sitio no da saber en todos los temas.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socorrista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playa, el socorrista pita: «¡Fuera del agua, hay corrientes!». Un chico: «Solo tiene poder. Tener poder no es tener razón».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¿Obedecerle es solo obedecer al que manda?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poder: su cargo le deja mandar en la playa.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también sabe: está formado para ver corrientes y mira el mar todo el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las dos autoridades van juntas, y hay muy buenas razones para salir.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«tener poder no es tener razón» no quiere decir que quien manda se equivoque. Mira si también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autoridad es alguien a quien hacemos caso por su poder o por su saber.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autoridad por poder puede mandar; la autoridad por saber da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Tener poder no es lo mismo que tener razón, aunque a veces se tienen las 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poder y autoridad por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obedecer a quien manda no es lo mismo que creer a quien sabe.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