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26 · UNIDAD 5 · AUTORIDAD E INFLUENCIA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¿Cuándo fiarse de un experto?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Antes de fiarte de un experto, mira cuatro cosas: su campo, el consenso, sus intereses y sus pruebas.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autoridad por saber me pide que me ______ lo que dice.  (sesión 25)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poder en un sitio no da ______ en todos los temas: la directora no sabe más de fútbol por su cargo.  (sesión 25)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 que desmonta la pendiente resbaladiza: ¿por qué un ______ lleva seguro al siguiente?  (sesión 21)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autoridad por saber me pide que me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crea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lo que dice.  (sesión 25)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poder en un sitio no da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saber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en todos los temas: la directora no sabe más de fútbol por su cargo.  (sesión 25)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Pregunta que desmonta la pendiente resbaladiza: ¿por qué un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paso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lleva seguro al siguiente?  (sesión 21)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Una dentista con muchos seguidores dice en Instagram que un dentífrico es «el mejor del mundo». Debajo pone: «colaboración pagada».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¿Te fías igual que si te lo dijera tu dentista en la consulta?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Cuatro preguntas para un experto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CUATRO PREGUNTAS PARA UN EXPERTO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Experto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 experto es una persona que sabe mucho de un tema porque lo ha estudiado o trabajado durante años.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Sabe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su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tema, no de todos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Puede equivocarse, como todos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Nos ahorra tener que comprobarlo todo nosotros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CUATRO PREGUNTAS PARA UN EXPERTO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Las cuatro preguntas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Mira…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Su campo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¿Habla de lo que ha estudiado?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El consenso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¿Qué dicen la mayoría de los expertos del tema?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Sus intereses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¿Gana algo si le creo?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Sus pruebas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¿Explica cómo lo sabe?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CUATRO PREGUNTAS PARA UN EXPERTO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Consenso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El consenso es cuando casi todos los expertos de un tema están de acuerdo después de mirar las pruebas.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Vale más que la opinión de un experto solo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Uno puede equivocarse; casi todos a la vez, es más raro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Ejemplo: la Tierra gira alrededor del Sol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dentista de Instagram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dentista dice en Instagram que un dentífrico es «el mejor del mundo». Debajo pone: «colaboración pagada».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¿Su campo? Sí: es dentista y habla de dientes.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¿Sus intereses? Le pagan por decirlo. No quiere decir que mienta, pero hay que mirar con más cuidado.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¿Sus pruebas? No dice cómo lo sabe. «El mejor del mundo» no se puede medir así.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sabe del tema, pero tiene un interés. Mejor preguntar a una dentista que no cobre por anunciarlo.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 genio fuera de su campo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Imagina que un premio Nobel de Física dice en una entrevista que comer ajo crudo cura el resfriado.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¿Su campo? No: sabe muchísimo de física, no de medicina.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¿El consenso? Los médicos no dicen que el ajo cure el resfriado.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¿Sus pruebas? No da ninguna: solo su opinión.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un gran experto, pero no en esto. En este tema, su palabra no vale más que la de cualquiera.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La vacuna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El pediatra de un chico le recomienda una vacuna. Lo mismo dicen Sanidad y casi todos los médicos.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¿Su campo? Sí: es médico de niños y habla de salud.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¿El consenso? Sí: casi todos los expertos dicen lo mismo.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¿Sus intereses y pruebas? No cobra más por recomendarla, y hay muchos estudios detrás.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pasa las cuatro preguntas. Fiarse aquí es razonable.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Contra el consenso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Años 80: casi todos los médicos creen que las úlceras de estómago vienen del estrés. Barry Marshall dice que las causa una bacteria.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Va contra el consenso… ¿entonces seguro que se equivoca?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Casi siempre, quien va contra el consenso se equivoca. Pero no siempre.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Marshall tenía pruebas: encontró la bacteria con Robin Warren. Él mismo se la bebió para demostrarlo.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Otros comprobaron sus pruebas y el consenso cambió. En 2005 les dieron el Nobel.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consenso es una muy buena razón, pero no es infalible. Lo que lo cambia son pruebas, no opiniones.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experto sabe mucho de su tema, pero no de todos.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Antes de fiarte, mira su campo, el consenso, sus intereses y sus pruebas.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Si pasa las cuatro preguntas, fiarse es razonable, aunque los expertos también pueden fallar.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Cómo saber si podemos fiarnos de un experto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Que vean que fiarse de los expertos es razonable si se mira su campo, el consenso y sus pruebas.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