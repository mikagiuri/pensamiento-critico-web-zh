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27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falacia de autoridad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falacia de autoridad es creer algo solo porque lo dice alguien famoso o que parece experto, sin mirar si sabe del tema.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experto sabe de su tema, pero puede ______, como todos.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______, el consenso, sus intereses y sus ______.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¿es eso ______ lo que he dicho?  (sesión 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experto sabe de su tema, pero puede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equivocarse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como todos.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consenso, sus intereses y sus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¿es eso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exactamente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que he dicho?  (sesión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«Nueve de cada diez dentistas lo recomiendan.» Lo has oído en algún anuncio.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¿Quiénes son esos dentistas? ¿Cómo podrías saberlo?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falacia de autoridad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de autoridad (ad verecundiam)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algo solo porque lo dice alguien importante o famoso, aunque no sea experto en ese 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Recuerda: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falacia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parece un buen argumento y no lo 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Fiarse de un experto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verdad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en su campo, no es falacia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fallo es fiarse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mirar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cuatro preguntas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de la falacia de autoridad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 famoso: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deportista o un influencer que opina de salud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La bata blanca: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alguien vestido de médico o de científico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«Los expertos dicen»: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expertos sin nombre y sin pruebas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Fiarse mal y fiarse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 un futbolista, así que es sano»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«Un actor con bata lo recomienda»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«Los expertos dicen…» (¿quiénes?)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Buena razón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 mi médica, que me ha examinado»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dicen casi todos los expertos del tema»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«El estudio explica cómo lo midió»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gamer y las vitaminas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 gamer con dos millones de seguidores. El gamer dice que unas gominolas de vitaminas «te hacen más listo».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 gamer: sabe de videojuegos, no de alimentación.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intereses? Puede que cobre por anunciarlas: hay que mirarlo.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¿Da pruebas? No: solo su palabra. Y sus seguidores no son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falacia de autoridad, con el truco del famoso.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bata blanca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de champú: una mujer con bata blanca, en un laboratorio, dice que el champú «repara el pelo desde dentro».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es? No lo dicen: puede ser una actriz.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y el laboratorio son decorado: dan aspecto de ciencia.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pruebas? No: «desde dentro» no explica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falacia de autoridad, con el truco de la bata blanca. La ropa no es una razón.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«Los expertos dicen»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de TikTok: «Los expertos dicen que dormir con el móvil al lado da dolor de cabeza».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expertos? No dice nombres ni dónde trabajan.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pruebas?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falso seguro? No: puede ser verdad o no. Pero así no lo puedo saber.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creerlo solo por «los expertos dicen» es fiarse a ciegas. Busco quiénes son y cómo lo saben.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bata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del servicio de salud: una médica con bata blanca explica cómo lavarse bien las manos. Un chico: «El truco de la bata blanca. Falacia».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bata blanca… ¿es falacia de autoridad?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blanca es uno de los trucos,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no es decorado: es médica de verdad y habla de su campo.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lo mismo que casi todos los médicos, y no vende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La bata no es una razón, pero tampoco la quita: mira quién es y qué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falacia de autoridad es creer algo solo porque lo dice alguien importante que no sabe del tema.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Sus trucos: el famoso, la bata blanca y «los expertos dicen».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Fiarse de un experto de verdad, en su campo y con pruebas, no es falacia.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autoridad con ejemplos de anuncios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reconozcan los trucos del famoso y de la bata blanca en anuncios reales.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