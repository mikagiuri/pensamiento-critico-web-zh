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28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Todo el mundo lo hace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ad populum es creer que algo es verdad o está bien solo porque mucha gente lo cree o lo hace.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¿______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______,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______ y no avanza.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quiénes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famoso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no avanza.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vídeo tiene diez millones de «me gusta». Un restaurante tiene una cola que da la vuelta a la esquina.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¿Eso te dice que el vídeo es verdad? ¿Que en el restaurante se come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mayoría y la prueba social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mayoría (ad populum)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o está bien solo porque mucha gente lo cree o lo 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 el mundo lo hace», «millones no pueden equivocarse»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muchos lo crean no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mayoría también falla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Antes, casi todos creían que el Sol giraba alrededor de la Tierra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Prueba social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copiar lo que hacen los demás cuando no sabemos qué hacer. Es un atajo de la 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hay cola, pensamos que algo es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tiene muchos «me gusta», nos parece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ayuda; a veces nos engaña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cuenta lo que hacen los demás?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una buena razón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solo cuenta «me gusta» o visitas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todos copian sin mirar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decidir si algo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muchos pueden hacer algo 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Puede ser una pista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muchos lo han probado y lo cuentan con detalle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cada uno lo ha comprobado por su cuenta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mayoría son expertos que miraron pruebas (el consenso, sesión 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«me gusta»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con diez millones de «me gusta» dice que, si cenas después de las ocho, engordas el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Que le gusta 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«me gusta» son pruebas? No: miden si algo gusta, no si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falta? Quién lo dice y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 populum. Diez millones de «me gusta» no hacen que algo sea verdad.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quiere unas zapatillas de 150 euros: «Las lleva toda la clase».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tiene que comprarlas.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Que las llevan muchos: es prueba social.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Querer ir como los demás se entiende, pero no dice que sean mejores ni que las necesite.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razón débil. Mejores preguntas: ¿las necesito?, ¿me gustan a mí?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mayoría sí es una 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busca dónde comer en Aste Nagusia. Un bar tiene 2.000 opiniones y casi todas dicen que se come bien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ad populum? No del todo: esas personas han comido allí.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Opinan de algo que conocen, y a menudo cuentan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puede haber opiniones falsas o pagadas.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pista razonable, no una prueba segura.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Conducir en Londres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llega a Londres y pregunta a su prima por qué lado van los coches. La prima: «Por la izquierda: aquí lo hace todo el mundo».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lo hace todo el mundo»… ¿ad populum?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forma: «es así porque todos lo hacen».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Leire no pregunta qué es verdad sobre el mundo ni qué está bien. Pregunta cuál es la costumbre.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costumbres y normas (conducir, saludar, hablar), lo que hace todo el mundo es justo lo que hay que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hacen todos dice cuál es la costumbre, no qué es verdad ni qué está bien.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Ad populum es creer que algo es verdad o está bien solo porque lo hacen muchos.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prueba social es el atajo de copiar a los demás cuando no sabemos qué hacer.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muchos lo hagan puede ser una pista, pero no es una prueba.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prueba social: por qué copiamos lo que hacen los demás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personas que copian lo que hace el grupo sin saber por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