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31 · UNIDAD 6 · INFORMACIÓN Y FUENTES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¿Qué es una fuente fiable?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Ninguna fuente es fiable para todo: miramos quién lo dice, cómo lo sabe, qué gana y cómo ha acertado antes.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Antes de fiarme de un experto miro su campo, el ______, sus intereses y sus pruebas.  (sesión 30)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los experimentos de la unidad 5, el de las líneas estudió la ______; el de las descargas, la obediencia.  (sesión 30)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Pregunta que desmonta la generalización apresurada: ¿cuántos ______ has mirado?  (sesión 19)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Antes de fiarme de un experto miro su campo, el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consenso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, sus intereses y sus pruebas.  (sesión 30)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los experimentos de la unidad 5, el de las líneas estudió la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conformidad</a:t>
            </a:r>
            <a:r>
              <a:rPr sz="2600" b="0">
                <a:solidFill>
                  <a:srgbClr val="1F2A44"/>
                </a:solidFill>
                <a:latin typeface="Nunito Sans"/>
              </a:rPr>
              <a:t>; el de las descargas, la obediencia.  (sesión 30)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Pregunta que desmonta la generalización apresurada: ¿cuántos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casos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has mirado?  (sesión 19)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Tres mensajes dicen que mañana cierra el metro: uno de un amigo, otro de una cuenta sin nombre y otro de la web oficial del metro.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¿A cuál harías más caso? ¿Por qué?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Qué es una fuente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UNA FUENTE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Fuente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Una fuente es de donde sale una información: una persona, un medio, una web, un libro.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Fuente original: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quien lo vio, lo midió o lo decidió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De segunda mano: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quien lo cuenta después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Cuanto más lejos del original, más fácil que cambie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UNA FUENTE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Tres preguntas a una fuente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Pregunta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miro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¿Quién lo dice?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¿Tiene nombre? ¿Sabe del tema?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¿Cómo lo sabe?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¿Lo vio, lo midió o lo copió?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¿Qué gana?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¿Dinero, visitas, votos, fama?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UNA FUENTE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Señales de una fuente (pistas, no pruebas)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Señales de alerta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Sin autor ni fecha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No dice de dónde saca los datos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Quiere que compres, votes o compartas ya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Señales a favor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Autor con nombre y oficio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Enlaza a sus fuentes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Ha acertado otras veces en ese tema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Corrige sus errores en público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 metro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Tres mensajes dicen que mañana cierra el metro: uno de un amigo, otro de una cuenta sin nombre y otro de la web oficial del metro.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amigo: es de segunda mano. ¿Dónde lo leyó?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cuenta sin nombre: no sé quién es ni cómo lo sabe.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web oficial: es la fuente original, porque el metro es quien decide si cierra.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hago caso a la web oficial. Si no dice nada, espero antes de creérmelo.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La ola de calor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busca información sobre una ola de calor. Encuentra un blog sin autor y una noticia de un periódico con datos de la Agencia Estatal de Meteorología.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¿Quién lo dice? El blog, no lo sé. El periódico tiene nombre y periodista.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¿Cómo lo sabe? El periódico cita a la Agencia de Meteorología, que mide las temperaturas.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Mejor aún: puedo ir a la web de la Agencia, la fuente original.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para este dato, el periódico es mejor fuente que el blog, y la Agencia mejor que los dos.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La web de la marca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web dice que una bebida energética «mejora las notas». La web es de la marca que la vende.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¿Quién lo dice? La propia marca.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¿Cómo lo sabe? No cita ningún estudio.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gana? Vender más: tiene un interés claro.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para este tema, no es una fuente fiable. Busco qué dicen médicos o nutricionistas que no la vendan.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El periódico que se equivocó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periódico serio publica que un jugador del Athletic ficha por otro equipo. Al día siguiente escribe: «Nos equivocamos: no es verdad».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Se ha equivocado. ¿Entonces ya no es una fuente fiable?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Todos los medios se equivocan alguna vez, también los mejores.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Este ha corregido rápido y en público: eso es una señal a favor.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Una cuenta que nunca corrige nada no es mejor: solo esconde sus errores.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fiable no es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infalible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(que nunca falla). Es quien suele acertar y corrige cuando falla.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Una fuente es de donde sale una información; la original suele valer más.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Pregunta siempre: ¿quién lo dice?, ¿cómo lo sabe?, ¿qué gana?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Fiable no es infalible: es quien suele acertar y corrige sus errores.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Cómo saber si una fuente de información es fiable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Que oigan las mismas preguntas (quién, cómo lo sabe, qué gana) con otros ejemplos.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