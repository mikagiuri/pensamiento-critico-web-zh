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32 · UNIDAD 6 · INFORMACIÓN Y 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Titulares y clickbait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titular clickbait promete más de lo que cuenta la noticia para que hagas clic; por eso hay que leer la noticia entera.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señal a favor de una fuente: ______ a sus fuentes y corrige sus errores.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de donde sale una información.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blanca da aspecto de ciencia, pero la ropa no es una razón.  (sesión 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señal a favor de una fuente: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enlaza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sus fuentes y corrige sus errores.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fuente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de donde sale una información.  (sesión 31)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bata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blanca da aspecto de ciencia, pero la ropa no es una razón.  (sesión 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«No vas a creer lo que han encontrado en un instituto de Bilbao. El final te dejará sin palabras.»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sabes de verdad después de leer esa frase?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Titulares y clickbait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TITULARES Y CLICKBAIT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Titular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titular es la frase grande que resume una noticia.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Debe resumir lo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importante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la noticia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 gente solo lee el titular, no la noticia entera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un titular puede engañar sin mentir del todo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TITULARES Y CLICKBAIT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Clickbait («cebo de clics»)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titular que exagera o esconde información para que hagas clic.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webs ganan dinero con cada clic y cada anuncio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Promete mucho; la noticia cuenta poco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 curiosidad, miedo o enfado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TITULARES Y CLICKBAIT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 un clickbait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Son pistas, no pruebas: lo que cuenta es si la noticia da lo que promete.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Esconde el dato: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«No creerás lo que pasó»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Exagera: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«increíble», «brutal», «impactante»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MAYÚSCULAS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muchos signos de exclamación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Promete un secreto: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que nadie te cuenta»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Hace una pregunta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noticia contesta con un «no»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chocolate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«Un estudio demuestra que el chocolate hace adelgazar». La noticia: 16 personas, dos semanas, y lo pagó una empresa de chocolate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promete el titular? Que está «demostrado» y que adelgazas.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noticia? Muy pocas personas, muy poco tiempo, y alguien con interés pagó el estudio.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distancia entre titular y noticia es enorme.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titular engañoso. Con tan pocos datos, la noticia no demuestra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pregunta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«¿Prohibirán los móviles en todos los institutos el mes que viene?». La noticia: un político lo ha propuesto y nadie lo ha aprobado.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titular hace una pregunta que da miedo o curiosidad.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noticia contesta, en el fondo, que no: solo es una propuesta.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Quien lee solo el titular puede creer que ya está decidido.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clickbait con pregunta. La respuesta real es «no, de momento».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 titular honesto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«Las bibliotecas de Bilbao abrirán hasta las diez en época de exámenes». La noticia da fechas y horarios (ejemplo inventado).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¿Esconde algo? No: el dato está en el titular.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¿Exagera? No: no hay palabras como «increíble».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¿Coincide con la noticia? Sí: la noticia lo amplía con detalles.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todo titular es clickbait. Este resume bien la noticia.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remontada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Titular: «Increíble remontada: el Athletic gana 3-2 tras ir perdiendo 0-2 en el minuto 80».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«increíble». ¿Es clickbait?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una palabra de la lista: «increíble».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¿esconde el dato? No: da el resultado y cómo pasó.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¿Exagera? Remontar dos goles en diez minutos es raro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palabra llamativa no basta. Clickbait es prometer más de lo que la noticia 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titular resume la noticia, pero mucha gente solo lee el titular.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clickbait exagera o esconde información para que hagas clic.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titular llamativo no siempre es clickbait: compara lo que promete con la noticia entera.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clickbait y cómo reconocerlo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titulares reales y comparen lo que prometen con lo que cuenta la noticia.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