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33 · UNIDAD 6 · INFORMACIÓN Y FUENTES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Bulos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Un bulo es una mentira que se hace pasar por noticia; alguien lo fabrica para engañar y lo compartimos porque nos emociona.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Antes de creer o compartir un titular, lee la noticia ______.  (sesión 32)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clickbait exagera o ______ información para que hagas clic.  (sesión 32)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pendiente resbaladiza empieza con algo pequeño y acaba en algo ______.  (sesión 21)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Antes de creer o compartir un titular, lee la noticia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entera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32)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clickbait exagera 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esconde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información para que hagas clic.  (sesión 32)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pendiente resbaladiza empieza con algo pequeño y acaba en algo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terrible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21)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«¡Urgente! Mañana cortan el agua en todo Bilbao durante tres días. Reenvía a todos tus grupos.»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te hace sospechar de este mensaje?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Cómo se fabrica un bulo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CÓMO SE FABRICA UN BULO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Bulo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 bulo es una mentira que se hace pasar por noticia verdadera para engañar.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es un error: alguien lo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inventa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 propósito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Busca dinero, fama, hacer daño o reírse de otros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 extiende por WhatsApp, TikTok y otras redes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CÓMO SE FABRICA UN BULO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Ingredientes de un bulo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Urgencia: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«¡Última hora!», «¡Compártelo ya!»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Emoción fuerte: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miedo, enfado o pena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Fuente vaga: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«un amigo policía», «lo dice un médico»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Sin fecha ni lugar exacto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Imagen llamativa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a veces de otro sitio o de otro momento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Por qué se comparten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POR QUÉ SE COMPARTEN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¿Por qué compartimos bulos?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Los bulos no se mueven solos: los movemos las personas.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emocionan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y queremos avisar a los demás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Lo manda alguien de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confianza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Encaja con lo que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ya pensábamos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Compartir es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muy fácil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un solo clic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En Twitter, las noticias falsas se compartían más y más rápido (MIT, 2018)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POR QUÉ SE COMPARTEN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Posverdad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Hablamos de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posverdad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cuando la emoción y lo que ya creemos pesan más que los hechos.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 bulo triunfa si nos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emociona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o nos da la razón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Que un mensaje nos guste no lo hace verdadero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Para pensar: si comparto un bulo sin saberlo, ¿tengo alguna responsabilidad?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POR QUÉ SE COMPARTEN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corte de agua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«¡Urgente! Mañana cortan el agua en todo Bilbao durante tres días. Reenvía a todos tus grupos.»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Ingredientes: urgencia («¡Urgente!») y petición de reenviar.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¿Quién lo dice? Nadie: no hay fuente.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¿Dónde lo compruebo? En la web del Ayuntamiento o de la empresa del agua.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tiene cara de bulo. No lo reenvío hasta comprobarlo.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POR QUÉ SE COMPARTEN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El «amigo policía»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Audio de WhatsApp: «Mi cuñado es policía y dice que están raptando a chicos en los centros comerciales de Bizkaia».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Fuente vaga: un cuñado sin nombre.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Emoción fuerte: miedo, mucho miedo.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¿Lo cuentan la policía o los medios serios? No.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tiene todas las señales de un bulo. No lo reenvío; si me preocupa, se lo cuento a un adulto.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POR QUÉ SE COMPARTEN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La foto de la inundación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foto real de una calle inundada, con el texto «Bilbao, ayer». La foto es de otro país y de hace cinco años.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¿La foto es falsa? No: la inundación pasó de verdad.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es falso? El lugar y la fecha.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el bulo más fácil de fabricar: no hay que inventar la imagen.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una foto verdadera con un contexto falso también es un bulo.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POR QUÉ SE COMPARTEN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El aviso de emergencias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Mensaje: «¡Alerta roja por lluvias! No bajes al garaje ni cojas el coche. Pásalo a tu familia». Lo firma el servicio oficial de emergencias.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Urgencia, miedo y «pásalo»: ¿es un bulo?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Tiene ingredientes de bulo: urgencia, miedo y petición de reenviar.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miro la fuente: sale en la web oficial de emergencias y en los medios serios.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Los avisos de verdad también son urgentes: a veces hay prisa de verdad.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los ingredientes son señales para sospechar, no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pruebas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 Lo que decide es comprobar la fuente.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bulo es una mentira inventada que se hace pasar por noticia.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Sus señales: urgencia, emoción fuerte, fuente vaga y sin fechas; son pistas, no pruebas.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Lo compartimos porque nos emociona: antes de reenviar, para y comprueba.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Qué es un bulo y por qué se extiende tan rápido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vean ejemplos reales de bulos y los ingredientes que los hacen tan fáciles de compartir.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