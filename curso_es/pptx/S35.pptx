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35 · UNIDAD 6 · INFORMACIÓN Y FUENTES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Imágenes y vídeos manipulados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Una imagen puede engañar con recortes, montajes, sacándola de contexto o con deepfakes hechos con inteligencia artificial.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______ es comprobar si una información es verdad antes de creerla o compartirla.  (sesión 34)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Para verificar una noticia, mira cuándo se ______, no cuándo te llegó.  (sesión 34)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Pregunta que desmonta el razonamiento circular: ¿la razón dice algo ______ de la conclusión?  (sesión 23)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Verificar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es comprobar si una información es verdad antes de creerla o compartirla.  (sesión 34)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Para verificar una noticia, mira cuándo se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publicó</a:t>
            </a:r>
            <a:r>
              <a:rPr sz="2600" b="0">
                <a:solidFill>
                  <a:srgbClr val="1F2A44"/>
                </a:solidFill>
                <a:latin typeface="Nunito Sans"/>
              </a:rPr>
              <a:t>, no cuándo te llegó.  (sesión 34)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Pregunta que desmonta el razonamiento circular: ¿la razón dice algo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distinto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de la conclusión?  (sesión 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Dicen que «una imagen vale más que mil palabras». Pero alguien eligió qué salía en la foto y qué se quedaba fuera.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¿Te fías más de una foto que de un texto? ¿Por qué?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Cuatro formas de engañar con imágenes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CUATRO FORMAS DE ENGAÑAR CON IMÁGENES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Cuatro trucos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Truco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Qué es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Ejemplo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Recorte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Se corta la foto para esconder una parte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Parece que hay poca gente; fuera, hay una multitud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Montaje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Se juntan o cambian partes de imágenes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El tiburón en la autopista (sesión 34)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Fuera de contexto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Foto real, pero de otro sitio o fecha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Una inundación de otro país como «Bilbao, ayer»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Deepfake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Vídeo o audio falso hecho con inteligencia artificial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Un famoso «dice» algo que nunca dijo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CUATRO FORMAS DE ENGAÑAR CON IMÁGENES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Deepfake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Vídeo, audio o imagen hecho con inteligencia artificial que muestra a alguien diciendo o haciendo algo que nunca hizo.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Cada vez son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más difíciles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de detectar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Las pistas de antes (labios, manos raras) ya casi no sirven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Mejor que mirar el vídeo: buscar la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fuente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Hacer un deepfake de alguien sin permiso puede ser un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delito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CUATRO FORMAS DE ENGAÑAR CON IMÁGENES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Ante una imagen dudosa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Para: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si te da mucha emoción, sospecha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Busca su origen: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búsqueda inversa (sesión 34)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Mira el contexto: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¿quién la publicó, dónde y cuándo?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Busca la fuente: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¿lo cuentan medios serios o la propia persona?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La «pelea»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foto del patio muestra a dos alumnos gritándose. El texto dice: «Pelea en el instituto». La foto completa muestra a más gente: estaban ensayando una obra de teatro.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truco es? Un recorte: se ha quitado lo que explicaba la escena.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foto no es falsa, pero lo que se ve está elegido para engañar.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¿Cómo lo descubro? Buscando la foto completa o preguntando a quien estaba.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lo que se queda fuera de la foto también cuenta.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La alcaldesa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vídeo muestra a una alcaldesa (inventada) diciendo que mañana no hay clase en toda Bizkaia. La voz parece la suya.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Emoción y urgencia: es justo lo que muchos quieren oír.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El vídeo parece perfecto, pero hoy eso ya no demuestra nada.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¿Lo dicen su web oficial o los medios serios? No.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puede ser un deepfake. Manda la fuente oficial, no lo real que parezca el vídeo.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3 · La cara de una compañera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Alguien pone la cara de un presentador de la tele en un vídeo ridículo y lo sube a TikTok.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es? Un deepfake de una persona real, sin su permiso.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Hace daño de verdad, aunque «solo sea una broma».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Qué hago: no lo reenvío, se lo cuento a un adulto y apoyo a esa compañera.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pensar críticamente también es no compartir lo que hace daño.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«Es un deepfake»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Sale un vídeo de un entrenador (inventado) insultando a un árbitro. Él responde: «Es un deepfake, yo nunca dije eso».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Si él dice que es falso, ¿ya está: es un deepfake?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Ahora que existen los deepfakes, cualquiera puede decir «es falso» para librarse.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Busco la fuente: varios periodistas lo grabaron desde sitios distintos y lo cuentan medios serios.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Todo apunta a que el vídeo es real.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los deepfakes también sirven para negar vídeos reales. Ni «es real» ni «es falso» sin comprobar.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Una imagen puede engañar con recortes, montajes, fuera de contexto o con deepfakes.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 deepfake es un vídeo, audio o imagen falso hecho con inteligencia artificial.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Mirar bien ya no basta: busca el origen y la fuente antes de creer o compartir.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Qué es un deepfake y cómo se puede detectar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Que vean lo reales que pueden parecer los deepfakes y por qué no basta con mirar bien.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