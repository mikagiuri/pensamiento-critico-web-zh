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37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Porcentajes y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cifra sola puede engañar: «el doble» de casi nada sigue siendo casi nada, así que hay que preguntar «¿de cuántos?».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______.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______.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inversa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obedezca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«¡Los accidentes con patinete en nuestro barrio han subido un 100 %!» (Titular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mucho o poco? ¿Qué número te falta para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Cifras sueltas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porcentaje dice cuántos hay de cada 100. El 25 % significa 25 de cada 100.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50 %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mitad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25 %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cuarta parte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100 %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Siempre es un porcentaje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algo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Cifra absoluta y cifra relativa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cifra absoluta dice cuántos hay. La cifra relativa compara con el total, por ejemplo con un porcentaje.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Absoluta: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aprobaron 30 alumnos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Relativa: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aprobó el 60 % (30 de 50)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Hacen falta las dos para entender bien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«El doble» de casi nada (ejemplos inventados)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Titular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Antes → después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¿Mucho o poco?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«¡Suben un 100 %!»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caso → 2 casos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nada: 1 caso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«¡Bajan un 50 %!»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2.000 → 1.000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Mucho: 1.000 menos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«¡El triple de riesgo!»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de cada 10.000 → 3 de cada 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Riesgo relativo: triple. Absoluto: sigue siendo muy raro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patinete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titular del principio: «¡Los accidentes con patinete en el barrio han subido un 100 %!»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significa subir un 100 %? Que ahora hay el doble que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doble de cuánto? Miro el dato: el año pasado hubo 2 accidentes; este año, 4.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Son 2 accidentes más. Importa, pero con números tan pequeños no es una ola de accidentes.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porcentaje sin la cifra de partida puede asustar sin motivo. Pregunto «¿de cuántos?».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yogur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anuncio: «Ahora con un 30 % menos de azúcar».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30 % menos que qué? ¿Que el yogur de antes? ¿Que otra marca?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Imagina que antes tenía 20 gramos de azúcar. Un 30 % menos son 14 gramos.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14 gramos sigue siendo bastante azúcar para un yogur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«menos» no significa «poco». Hay que mirar la cifra de verdad en la etiqueta.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clases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clase A hay 20 aprobados. En la clase B hay 15. ¿Qué clase lo hizo mejor?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cifra absoluta dice que A tiene más aprobados.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pregunto el total: A tiene 40 alumnos y B tiene 20.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A: 20 de 40 = 50 %. B: 15 de 20 = 75 %.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 lo hizo mejor. Para comparar grupos de distinto tamaño hace falta la cifra relativa.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¿Suben un 10 %?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instituto, los aprobados de inglés pasan del 40 % al 50 %. Titular: «¡Los aprobados suben un 10 %!».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50 menos 40 son 10. ¿Han subido un 10 %?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Del 40 % al 50 % hay 10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es la resta de los dos porcentajes.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en proporción: 10 más sobre 40 es la cuarta parte. Los aprobados han subido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cifras son verdad, pero dicen cosas distintas. El titular las mezcla.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subir 10 puntos no es subir un 10 %. Pregunto: ¿puntos o por ciento?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porcentaje dice cuántos hay de cada 100, y siempre es un porcentaje de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«El doble» de casi nada sigue siendo casi nada: pregunta «¿de cuántos?».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confundas puntos con por ciento: del 40 % al 50 % son 10 puntos, un 25 % más.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engañan los porcentajes en noticias y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cifras que suenan grandes y en realidad son pequeñas.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