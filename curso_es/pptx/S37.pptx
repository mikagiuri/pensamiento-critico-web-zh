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37 · UNIDAD 7 · NÚMEROS QUE ENGAÑAN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Porcentajes y cifras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Una cifra sola puede engañar: «el doble» de casi nada sigue siendo casi nada, así que hay que preguntar «¿de cuántos?».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clickbait exagera o ______ información para que hagas clic.  (sesión 36)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Para saber de dónde viene una imagen, hago una búsqueda ______.  (sesión 36)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autoridad por poder me pide que ______.  (sesión 25)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clickbait exagera o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esconde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información para que hagas clic.  (sesión 36)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Para saber de dónde viene una imagen, hago una búsqueda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inversa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36)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autoridad por poder me pide que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obedezca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25)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«¡Los accidentes con patinete en nuestro barrio han subido un 100 %!» (Titular inventado.)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¿Es mucho o poco? ¿Qué número te falta para saberlo?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Cifras sueltas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CIFRAS SUELTAS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Porcentaje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Un porcentaje dice cuántos hay de cada 100. El 25 % significa 25 de cada 100.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50 %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= la mitad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25 %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= la cuarta parte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100 %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= todos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Siempre es un porcentaje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de algo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CIFRAS SUELTAS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Cifra absoluta y cifra relativa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La cifra absoluta dice cuántos hay. La cifra relativa compara con el total, por ejemplo con un porcentaje.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Absoluta: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aprobaron 30 alumnos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Relativa: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aprobó el 60 % (30 de 50)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Hacen falta las dos para entender bien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CIFRAS SUELTAS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«El doble» de casi nada (ejemplos inventados)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Titular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Antes → después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¿Mucho o poco?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«¡Suben un 100 %!»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1 caso → 2 casos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Casi nada: 1 caso más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«¡Bajan un 50 %!»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2.000 → 1.000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Mucho: 1.000 menos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«¡El triple de riesgo!»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1 de cada 10.000 → 3 de cada 10.000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Riesgo relativo: triple. Absoluto: sigue siendo muy raro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El patinete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El titular del principio: «¡Los accidentes con patinete en el barrio han subido un 100 %!»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significa subir un 100 %? Que ahora hay el doble que antes.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¿El doble de cuánto? Miro el dato: el año pasado hubo 2 accidentes; este año, 4.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Son 2 accidentes más. Importa, pero con números tan pequeños no es una ola de accidentes.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un porcentaje sin la cifra de partida puede asustar sin motivo. Pregunto «¿de cuántos?».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El yogur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anuncio: «Ahora con un 30 % menos de azúcar».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¿Un 30 % menos que qué? ¿Que el yogur de antes? ¿Que otra marca?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Imagina que antes tenía 20 gramos de azúcar. Un 30 % menos son 14 gramos.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14 gramos sigue siendo bastante azúcar para un yogur pequeño.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«menos» no significa «poco». Hay que mirar la cifra de verdad en la etiqueta.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Dos institutos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En el instituto A hay 20 aprobados. En el instituto B hay 15. ¿Qué instituto lo hizo mejor?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cifra absoluta dice que A tiene más aprobados.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pregunto el total: A tiene 40 alumnos y B tiene 20.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A: 20 de 40 = 50 %. B: 15 de 20 = 75 %.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B lo hizo mejor. Para comparar grupos de distinto tamaño hace falta la cifra relativa.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¿Suben un 10 %?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En un instituto, los aprobados de inglés pasan del 40 % al 50 %. Titular: «¡Los aprobados suben un 10 %!».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50 menos 40 son 10. ¿Han subido un 10 %?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Del 40 % al 50 % hay 10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puntos</a:t>
            </a:r>
            <a:r>
              <a:rPr sz="2400" b="0">
                <a:solidFill>
                  <a:srgbClr val="1F2A44"/>
                </a:solidFill>
                <a:latin typeface="Nunito Sans"/>
              </a:rPr>
              <a:t>: es la resta de los dos porcentajes.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en proporción: 10 más sobre 40 es la cuarta parte. Los aprobados han subido un 25 %.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Las dos cifras son verdad, pero dicen cosas distintas. El titular las mezcla.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subir 10 puntos no es subir un 10 %. Pregunto: ¿puntos o por ciento?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 porcentaje dice cuántos hay de cada 100, y siempre es un porcentaje de algo.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«El doble» de casi nada sigue siendo casi nada: pregunta «¿de cuántos?».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No confundas puntos con por ciento: del 40 % al 50 % son 10 puntos, un 25 % más.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Cómo engañan los porcentajes en noticias y anuncios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más ejemplos de cifras que suenan grandes y en realidad son pequeñas.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