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38 · UNIDAD 7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Gráficos engañosos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gráfico puede engañar aunque los datos sean verdad: con el eje cortado, una escala rara, colores que asustan o fechas recortadas.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 porcentaje que asusta, pregunto: «¿de ______?».  (sesión 37)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Pasar del 40 % al 50 % es subir 10 ______, pero es subir un 25 %.  (sesión 37)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Compartimos bulos porque nos ______ y porque lo manda alguien de confianza.  (sesión 33)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 porcentaje que asusta, pregunto: «¿de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cuántos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?».  (sesión 37)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Pasar del 40 % al 50 % es subir 10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puntos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pero es subir un 25 %.  (sesión 37)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Compartimos bulos porque nos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emocionan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porque lo manda alguien de confianza.  (sesión 33)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gráficos muestran las mismas ventas. En uno parece que se disparan. En el otro, que casi no cambian.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puede ser, si los números son iguales?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Los trucos de los gráficos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LOS TRUCOS DE LOS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eje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eje vertical marca los valores del gráfico. En un gráfico de barras, lo normal es que empiece en 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Eje cortado: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empieza en otro número, por ejemplo en 90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Así, en las barras, diferencias pequeñas parecen enormes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Mira siempre dónde empieza el eje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LOS TRUCOS DE LOS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Mismos puntos, eje distinto (ejemplo inventado)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Puntos en un videojuego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 de 0 a 100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 de 90 a 100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Una chica: 92 puntos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Barra llena al 92 %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Barra llena al 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chico: 98 puntos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Barra llena al 98 %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Barra llena al 80 %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parece?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Casi iguales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¡El chico tiene cuatro veces más!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LOS TRUCOS DE LOS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Otros trucos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Escala estirada o aplastada: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misma subida parece un muro o una llanura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Dibujos que crecen en ancho y alto: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doble parece cuatro veces más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Colores: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rojo asusta aunque el dato sea pequeño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Recortar fechas: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enseñar solo los meses que convienen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LOS TRUCOS DE LOS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Antes de creerte un gráfico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¿Dónde empieza el eje?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¿Qué fechas o datos faltan?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¿Qué dicen los números, no el dibujo?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¿Quién ha hecho el gráfico y qué gana? (sesión 31)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precio del bocadillo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gráfico del bar: el bocadillo pasa de 2,00 € a 2,20 €. La barra nueva parece el triple de alta.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Miro el eje: empieza en 1,90 €, no en 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Desde 1,90, la barra de 2,00 mide 0,10 y la de 2,20 mide 0,30: el triple.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precio real ha subido 20 céntimos: un 10 %.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eje cortado hace que una subida del 10 % parezca el triple.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mapa rojo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mapa de Bizkaia pinta de rojo intenso los pueblos donde «suben los robos de bicis».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rojo intenso da sensación de peligro.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Miro los números: en muchos pueblos se pasa de 1 robo a 2.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leyenda usa el mismo rojo para cualquier subida, sea de 1 o de 100.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color transmite una emoción que los datos no justifican. Leo la leyenda y las cifras.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Solo los meses buenos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youtuber enseña un gráfico: sus seguidores suben de marzo a junio. «¡Crezco sin parar!»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fechas enseña? Solo de marzo a junio.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¿Y el resto del año? En enero tenía más seguidores que en junio.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 recortado el gráfico para enseñar solo la parte que sube.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gráfico también engaña por lo que deja fuera. Pregunto qué fechas faltan.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Las temperaturas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gráfico de líneas muestra la temperatura media de agosto en Bilbao durante 30 años. El eje va de 18 °C a 22 °C.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eje no empieza en 0. ¿Es un gráfico engañoso?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las barras, el largo es la cantidad: por eso su eje debe empezar en 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hay una línea, y 0 °C no es «nada de calor»: es cuando se hiela el agua.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el eje de 0 a 22, una subida de 1 o 2 grados, que importa mucho, casi no se vería.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eje que no empieza en 0 no siempre engaña. Pregunto si la diferencia que enseña importa.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gráfico puede engañar aunque los números sean verdad.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 dónde empieza el eje, qué fechas faltan y qué emoción buscan los colores.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eje cortado exagera las barras, pero en temperaturas puede estar bien.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Gráficos engañosos: ejes cortados y escalas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gráficos reales de noticias y anuncios con el eje cortado o las fechas recortadas.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