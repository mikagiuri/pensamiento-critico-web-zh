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41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Medias y anécdotas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media resume, pero puede esconder diferencias (la mediana ayuda); una anécdota no prueba una regla general, aunque puede tumbar un «siempre».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correlación puede probar una causa cuando se ______ las otras explicaciones.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Causa significa que una cosa ______ la otra.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Hoy un experimento como el de las descargas no estaría ______.  (sesión 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correlación puede probar una causa cuando 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descartan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las otras explicaciones.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Causa significa que una cosa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produce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otra.  (sesión 40)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Hoy un experimento como el de las descargas no estaría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permitido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«En esta empresa el sueldo medio es de 5.000 € al mes.» Trabajan un jefe y cuatro empleados.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 crees que cobran los empleados?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 media y la anécdota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media se calcula sumando todos los datos y dividiendo entre cuántos datos hay.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Notas 4, 6 y 8 → (4+6+8) : 3 = 6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Resume muchos datos en un solo número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cómo son los datos por dentro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mediana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el dato del medio, ordenados de menor a mayor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institutos con media 5 (ejemplo inventado)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Instituto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Notas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Media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Instituto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5, 5, 5, 5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Instituto B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0, 0, 10, 10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¿Iguales?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A: todos aprueban justo. B: la mitad suspende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Misma media, institutos muy distintos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Anécdota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anécdota es un caso suelto que alguien cuenta. Puede ser verdad, pero no dice cómo es la mayoría.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«Mi abuelo fumó toda la vida y vivió 95 años»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caso suelto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dice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cómo es la mayoría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datos salen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muchos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casos contados bien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sueldo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Empresa inventada: el jefe cobra 20.000 € al mes y cada uno de los cuatro empleados, 1.250 €.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Sumo y divido: 20.000 + 4 × 1.250 = 25.000 €; 25.000 : 5 = 5.000 €. La media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ningún empleado cobra 5.000 €: el sueldo del jefe tira de la media hacia arriba.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Ordeno: 1.250, 1.250,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1.250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1.250, 20.000. La mediana, el dato del medio, es 1.250 €.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dato muy grande deforma la media. Aquí la mediana dice mejor lo que cobra la mayoría.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abuelo fumador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«Fumar no es tan malo. Mi abuelo fumó toda la vida y vivió 95 años».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 lo del abuelo? Puede que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No: es un caso entre millones de fumadores.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datos no dicen que «todos» los fumadores mueren jóvenes: dicen que, de media, viven bastantes años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abuelo solo tumbaría «todos los fumadores mueren jóvenes», y los datos no dicen eso. Una anécdota no los tumba.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gol por partido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entrenador del equipo del barrio: «Un chico marca de media un gol por partido». Han jugado 10 partidos.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¿Marca en cada partido? No lo sé: la media no lo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Puede que marcara 10 goles en un partido y 0 en los otros nueve.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10 goles : 10 partidos = 1 de media, igual que marcando uno cada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misma media puede esconder situaciones muy distintas.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 y caso trampa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 Y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sirve como prueba?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Solo, no basta como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«A mi primo le funcionó»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«Conozco a uno que…»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vídeo viral de un solo caso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Pruebas más fuertes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contados bien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Comparar con un grupo que no lo hizo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Varios estudios que coinciden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ERROR TÍPICO Y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casco que «nunca» falla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(inventado): «Con nuestro casco, nunca te harás una herida en la cabeza». Un chico se cayó con ese casco puesto y se hizo una herida.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solo una anécdota. ¿Entonces no sirve para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saber cómo es la mayoría, un caso no basta.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anuncio dice «nunca». Para tumbar un «nunca», basta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un caso que dice lo contrario.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lo del chico es verdad, el anuncio es falso, aunque el casco proteja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anécdota no prueba una regla general, pero sí puede tumbar un «nunca» o un «siempre».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media suma y divide; la mediana es el dato del medio.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media resume, pero esconde: un dato muy grande o muy pequeño la deforma.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anécdota no prueba cómo es la mayoría, pero sí puede tumbar un «nunca».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la media puede engañar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 ejemplo de media deformada por un dato muy grande.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