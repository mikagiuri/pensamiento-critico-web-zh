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42 · UNIDAD 7 · NÚMEROS QUE ENGAÑAN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cómo engañan los números: porcentajes, gráficos, encuestas, correlaciones, medias y anécdotas.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media se calcula ______ todos los datos y dividiendo entre cuántos hay.  (sesión 41)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______ es el dato del medio, cuando los ordenas de menor a mayor.  (sesión 41)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porcentaje dice cuántos hay de cada ______.  (sesión 37)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media se calcula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sumando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todos los datos y dividiendo entre cuántos hay.  (sesión 41)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mediana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el dato del medio, cuando los ordenas de menor a mayor.  (sesión 41)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porcentaje dice cuántos hay de cada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100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anuncio (inventado): «¡El 80 % duerme mejor con la almohada Nube!». En letra pequeña: «Encuesta a 10 clientes». Y un gráfico con el eje cortado.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trucos de la unidad encuentras?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Porcentajes y cifras (sesión 37)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Idea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preguntar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Porcentaje = cuántos de cada 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¿Porcentaje de qué?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doble» de casi nada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¿De cuántos se parte?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Cifra absoluta y cifra relativa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¿Cuántos eran en total?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Puntos y por ciento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¿Es la resta o la proporción?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Gráficos engañosos (sesión 38)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Eje cortado en barras: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exagera las diferencias (en temperaturas puede estar bien)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Escala y dibujos: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estiran o agrandan la impresión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Colores: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rojo asusta aunque el dato sea pequeño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Fechas recortadas: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enseñan solo lo que conviene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Encuestas y muestras (sesión 39)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buscar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¿A cuántos?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Bastantes personas, no 5 ni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¿A quiénes?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Parecidos a la población, al azar (lo más importante)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¿Cómo se preguntó?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Una pregunta neutral, que no empuje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Correlación y causa (sesión 40)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Si dos datos suben juntos, puede ser que…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cause B (se sabe si se descartan las demás)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 cause 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tercera causa produzca los 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Sea pura casualidad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Medias y anécdotas (sesión 41)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 suficiente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media sola, sin ver los datos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anécdota como prueba de lo que pasa en general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ayuda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Mirar los datos por dentro y la mediana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Muchos casos contados bien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caso que lo mezcla todo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UN CASO QUE LO MEZCLA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La almohada Nube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Anuncio inventado: «¡El 80 % duerme mejor con la almohada Nube!». En letra pequeña: «Encuesta a 10 clientes». El gráfico tiene el eje de 70 a 80.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Porcentaje: el 80 % de 10 son solo 8 personas.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Muestra: 10 clientes que ya compraron la almohada. Pequeña y sesgada.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Gráfico: son barras y el eje empieza en 70, así que cualquier diferencia parece enorme.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tres trucos de números en un solo anuncio. Todavía no me convence.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UN CASO QUE LO MEZCLA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«Solo» 1 de cada 1.000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vacuna baja las muertes por una enfermedad de 2 de cada 1.000 a 1 de cada 1.000. Alguien dice: «Solo 1 de cada 1.000: casi nada».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una mejora tan pequeña que no importa?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cifra absoluta, 1 de cada 1.000 parece poco.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si se vacuna un millón de personas, son 1.000 muertes menos.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«Casi nada» también puede engañar: depende de cuántas personas y de lo grave que sea.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cifra pequeña no siempre es poco importante. Pregunto de cuántos y qué está en juego.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Ante un porcentaje, pregunta siempre «¿de cuántos?» y «¿de qué?».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Mira dónde empieza el eje del gráfico y a quién preguntó la encuesta.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Correlación no es causa, la media esconde y una anécdota no es un dato.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