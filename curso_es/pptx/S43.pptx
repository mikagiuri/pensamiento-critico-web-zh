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43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sesgo cognitivo?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sesgo cognitivo es un error que se repite de forma predecible. Suele venir de atajos mentales que casi siempre nos ayudan.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______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______.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gráfico de barras, un eje que no empieza en 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exagera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diferencias.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datos,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cuesta la pelota? Contesta rápido, en tu cabeza.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Atajos que fallan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cognitivo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sesgo cognitivo es un error del pensamiento que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repite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forma predecible: siempre hacia el mismo 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tiene que ver con pensar y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inclinación hacia un lado (como la muestra sesgada)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Atajo mental: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forma rápida de decidir sin pensar mucho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todos, también a los expertos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o sesgo: ¿dónde está el fallo?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Falacia: fuera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fallo está en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argumento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ve en lo que alguien dice o escribe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atacar a la persona en vez de a su idea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Sesgo: dentro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atajo que falla está en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cabeza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pasa aunque nadie me quiera engañar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decir rápido que la pelota cuesta 10 céntimos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pensar, según Daniel Kahneman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Aspecto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rápido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Pensar despacio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Cómo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Automático, sin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Lento, con esfuerzo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Saber cuánto es 2 + 2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Calcular 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Problema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equivoca en preguntas con trampa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Cansa: no lo usamos siempre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ATAJOS QUE FALLAN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tenemos atajos?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día tomamos muchísimas decisiones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Pensarlo todo despacio sería agotador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siempre los atajos aciertan: son útiles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en ciertas situaciones fallan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 hacia el mismo lado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eso es un sesgo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bate y la pelota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bate y una pelota cuestan 1,10 € en total. El bate cuesta 1 € más que la pelota. ¿Cuánto cuesta la pelota?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rápida es 10 céntimos. Mucha gente la da, también estudiantes universitarios.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Compruebo despacio: si la pelota vale 0,10 €, el bate vale 1,10 €. Total: 1,20 €. ¡Falla!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 pelota vale 0,05 €, el bate vale 1,05 €. Total: 1,10 €. Correcto.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atajo da una respuesta que «suena» bien. Pensar despacio la corrige.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¿Qué es más peligroso?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tiene miedo a los tiburones cuando se baña en el mar. En cambio, cruza la calle mirando el móvil sin preocuparse.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ataques de tiburón salen mucho en películas y noticias: los recordamos fácil.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atropellos son muchísimo más frecuentes, pero casi no llaman la atención.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Atajo: «si lo recuerdo fácil, pasa mucho». Aquí falla.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sesgo de disponibilidad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mente juzga el peligro por lo que recuerda fácil, no por los datos.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¿Atajo = sesgo?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ve nubes negras sobre Bilbao y coge el paraguas. No ha mirado el tiempo en el móvil ni lo ha pensado despacio.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decidido rápido, con un atajo… ¿ha caído en un sesgo?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usó un atajo, «nubes negras = lluvia», sin pensar despacio.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ese atajo casi siempre acierta, y le ahorra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sesgo no es cualquier atajo: es un atajo que falla, y siempre hacia el mismo 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decidir rápido no es un error. Los atajos son útiles; el problema es cuando fallan de forma predecible.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sesgo cognitivo es un error del pensamiento que se repite de forma predecible.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Viene de atajos mentales que casi siempre nos ayudan: decidir rápido no es un error.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despacio y comprobar ayuda a corregir los sesgos.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son los sesgos cognitivos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atajos mentales que fallan.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