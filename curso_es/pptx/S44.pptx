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44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Sesgo de confirmación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sesgo de confirmación es buscar, recordar y creer solo lo que nos da la razón, y olvidar lo que nos la quita.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mental es una forma rápida de decidir sin pensar mucho.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sesgos nos pasan a ______, también a los expertos.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que no se parece a la población está ______.  (sesión 39)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atajo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mental es una forma rápida de decidir sin pensar mucho.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sesgos nos pasan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también a los expertos.  (sesión 43)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que no se parece a la población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sesgada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campesino pierde su hacha y sospecha del hijo del vecino. Desde entonces, el chico camina, habla y sonríe «como un ladrón».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¿Ha cambiado el chico? ¿O ha cambiado otra cosa?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Ver solo lo que nos da la razón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VER SOLO LO QUE NOS DA LA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Sesgo de confirmación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tendencia a fijarnos solo en lo que confirma lo que ya creemos.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Confirmar: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dar por bueno, apoyar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nos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Recordamos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mejor lo que nos da la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Interpretamos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los datos dudosos a nuestro favor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VER SOLO LO QUE NOS DA LA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formas de confirmar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Forma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Buscar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veo vídeos que dicen que mi equipo es el mejor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Recordar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Me acuerdo del día que el horóscopo acertó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Interpretar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Falta contra el Athletic: «¡robo!». A favor: «era clarísima»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VER SOLO LO QUE NOS DA LA RAZÓN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El entendimiento humano, cuando ha adoptado una opinión, atrae todo lo demás para apoyarla y hacerla concordar con ella.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Francis Bacon, Novum Organum (1620)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ladrón de hachas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cuento antiguo de China: un campesino pierde su hacha y sospecha del hijo del vecino. Todo lo que hace el chico le parece «de ladrón». Luego encuentra el hacha en su leña.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cree el campesino? Que el chico le ha robado el hacha.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 eso interpreta todo a favor de su idea: caminar deprisa, sonreír o callarse le parece «de ladrón».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Encuentra el hacha en su propio montón de leña… y el chico vuelve a parecerle normal.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sesgo de confirmación. El chico no cambió: cambió la mirada del campesino.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búsqueda en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las bebidas energéticas le ayudan a estudiar. Busca: «beneficios de las bebidas energéticas para estudiar».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búsqueda ya lleva la respuesta: solo pide beneficios.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Encontrará páginas que le dan la razón y se quedará tranquilo.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búsqueda más justa: «bebidas energéticas y estudio: ventajas y riesgos».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sesgo de confirmación al buscar. Hay que buscar también lo que me puede quitar la razón.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tarea 2-4-6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Experimento de Peter Wason (1960): «La serie 2-4-6 cumple una regla secreta. Propón otras series y te digo si la cumplen».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Mucha gente prueba 8-10-12, 20-22-24… Todas cumplen. «¡La regla es sumar 2!».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regla era más sencilla: «tres números que van subiendo».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Pocos probaron series que pudieran fallar, como 6-4-2 o 1-5-100.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buscamos ejemplos que confirman nuestra idea. Es mejor buscar contraejemplos, como en la sesión 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¿Cerrado o bien informado?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fumar es malo para la salud. Ve un vídeo, sin ninguna fuente, que dice lo contrario. No le hace caso.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Solo acepta lo que le da la razón… ¿es sesgo de confirmación?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rechaza lo que le quita la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mira las pruebas: su idea tiene miles de estudios detrás; el vídeo, ninguna fuente.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sesgo es tratar peor una prueba solo porque me quita la razón. Aquí la prueba es mala.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cambiar de opinión por una mala razón no es un sesgo. Sí lo sería ignorar una buena prueba.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frenarlo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CÓMO FRENARLO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frenos al sesgo de confirmación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Preguntarme: «¿qué me haría cambiar de opinión?»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Buscar a propósito lo que dice lo contrario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Apuntar los aciertos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y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los fallos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Escuchar a quien piensa distinto sin preparar la respuesta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sesgo de confirmación es fijarnos solo en lo que nos da la razón.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Buscamos, recordamos e interpretamos a favor de lo que ya creemos.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frenarlo, busca a propósito lo que podría quitarte la razón.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sesgo de confirmación y la tarea 2-4-6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gente real intentando adivinar la regla del 2-4-6 y cayendo en el sesgo.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