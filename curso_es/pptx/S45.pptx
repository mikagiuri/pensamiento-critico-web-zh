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45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Efecto halo y primeras impresiones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efecto halo es juzgar a una persona entera por un solo rasgo, como su aspecto, su fama o una primera impresión.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tarea 2-4-6 de Wason, la regla secreta era: tres números que van ______.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Rechazar una prueba ______ no es sesgo de confirmación; ignorar una buena, sí.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______ y porque lo manda alguien de confianza.  (sesión 33)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tarea 2-4-6 de Wason, la regla secreta era: tres números que van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subiendo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Rechazar una prueba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mala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es sesgo de confirmación; ignorar una buena, sí.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porque lo manda alguien de confianza.  (sesión 33)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chico nuevo llega a clase con ropa de marca y sonriendo. Otro llega serio y despeinado.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crees que sacará mejores notas? ¿Por qué lo has pensado?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rasgo lo tiñe todo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RASGO LO TIÑE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Efecto halo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dejar que un rasgo que nos gusta (o que no nos gusta) tiña todo lo que pensamos de alguien.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Halo: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círculo de luz de los santos en los cuadros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rasgo bueno lo ilumina todo: «es guapo, será listo»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 revés también: un rasgo malo lo oscurece todo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describió el psicólogo Edward Thorndike en 1920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RASGO LO TIÑE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Primeras impresiones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Nos hacemos una idea de alguien en muy poco tiempo.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Basta ver una cara un instante para juzgar si parece de fiar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Esa primera idea suele costar cambiarla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Luego buscamos pruebas que la confirmen (sesión 44)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una cara o una ropa dicen muy poco de cómo es alguien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RASGO LO TIÑE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Dónde aparece el halo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Situación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rasgo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Lo que se deduce sin pruebas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Anuncio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futbolista famoso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producto es bueno»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Examen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Letra bonita y limpia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«Las respuestas están mejor»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Muchos seguidores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«Sabe de lo que habla»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Entrevista de trabajo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Ropa elegante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«Será buen trabajador»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famoso del anuncio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jugador de fútbol famoso anuncia un champú. «Si él lo usa, será bueno».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rasgo veo? Que juega muy bien al fútbol.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deduzco? Que sabe de champús. No tiene nada que ver.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el efecto halo, y la marca lo sabe: por eso le paga.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ser bueno en una cosa no te hace experto en otra. Lo vimos en la sesión 27.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letra bonita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Dos exámenes con las mismas respuestas. Uno tiene letra clara y limpia; el otro, letra difícil y tachones.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contenido es el mismo: deberían tener la misma nota.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letra bonita da buena impresión de todo el examen.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fácil puntuar un poco mejor el limpio sin darse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halo. Por eso ayuda corregir con criterios escritos y sin mirar el nombre.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primer día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primer día, Aitor no saludó a nadie. Algunos decidieron: «Es un borde». En realidad, estaba nervioso.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primera impresión se formó en un momento.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Después, todo lo que hacía Aitor parecía confirmarla (sesión 44).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Nadie pensó en otras explicaciones: nervios, timidez, un mal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primera impresión es una suposición, no un juicio final. Dale tiempo a la persona.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¿Un rasgo que sí cuenta?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Para el equipo de fútbol del recreo, Leire elige primero a Aitor. Lo ha visto marcar muchos goles todas las semanas.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elige por un solo rasgo… ¿es efecto halo?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lo juzga por una sola cosa, los goles.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ese rasgo tiene que ver con lo que decide: quién juega bien al fútbol.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Halo sería pensar que, como marca goles, también es buen estudiante o buena persona.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usar un rasgo que viene a cuento es una buena razón. El halo es estirarlo a lo demás.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efecto halo es juzgar a alguien entero por un solo rasgo.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primeras impresiones se forman muy rápido y cuesta cambiarlas.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rasgo no dice cómo es una persona: dale tiempo y busca pruebas.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halo en la publicidad y en la vida diaria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cómo el aspecto o la fama cambian lo que pensamos de alguien.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