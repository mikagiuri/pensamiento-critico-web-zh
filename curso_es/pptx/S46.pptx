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46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Anclaje y encuadre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primer número que oímos (anclaje) y la forma de decir algo (encuadre) cambian nuestra decisión, aunque los datos sean los mismos.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bueno en una cosa no te hace ______ en otra.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efecto ______ es juzgar a alguien entero por un solo rasgo.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 caso suelto que alguien cuenta.  (sesión 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Ser bueno en una cosa no te hace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experto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otra.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efecto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halo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juzgar a alguien entero por un solo rasgo.  (sesión 45)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anécdota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suelto que alguien cuenta.  (sesión 41)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Unas zapatillas: «Antes 180 €. Ahora 90 €». Otras iguales, en otra tienda: «90 €».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¿Cuáles te parecen más baratas?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primer número y la forma de decirlo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Anclaje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anclaje es quedarnos enganchados al primer número que oímos y usarlo, sin querer, para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Ancla: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hierro que sujeta un barco al fondo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primer precio hace que el segundo parezca barato o caro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Funciona incluso si el primer número sale al azar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 si el número no viene a cuento o es inventado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Encuadre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encuadre es la forma de presentar un dato. El mismo dato, dicho de otra manera, cambia lo que elegimos.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Encuadre: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marco, como el de una foto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«90 % sobreviven» y «10 % mueren» dicen lo mismo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con la primera frase más gente elige operarse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PRIMER NÚMERO Y LA FORMA DE DECIRLO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Mismo dato, distinto encuadre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Dicho así…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…o así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¿Cuál suena mejor?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«Carne 75 % sin grasa»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«Carne con 25 % de grasa»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primera, aunque es igual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«Aprobó el 75 % de la clase»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«Suspendió 1 de cada 4»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primera, aunque es igual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90 % sobrevive a la operación»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10 % muere en la operación»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primera: más gente la elige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rueda de la fortuna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Experimento de Tversky y Kahneman (1974). Giraban una rueda trucada que paraba en 10 o en 65. Luego preguntaban: «¿Qué porcentaje de países de la ONU son africanos?».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rueda no tenía nada que ver con la pregunta, y todos lo veían.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 así, entre los que vieron el 10, la respuesta típica fue un 25 %.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Entre los que vieron el 65, la respuesta típica fue un 45 %.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número al azar sirvió de ancla y movió la respuesta.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Las zapatillas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Tienda 1: «Antes 180 €. Ahora 90 €». Tienda 2: «90 €». Son las mismas zapatillas.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«Antes 180 €» es el ancla: me hace sentir que 90 € es una ganga.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tienda 2 no pone ancla: 90 € parece solo un precio.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zapatillas cuestan lo mismo en las dos tiendas.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pregunto «¿cuánto pagaría si no hubiera visto el primer precio?».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Dos maneras de decirlo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médico explica una operación: «El 90 % sobrevive». Otro médico explica la misma operación: «El 10 % muere».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¿Los datos son distintos? No: de cada 100 personas, 90 viven y 10 mueren.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«sobrevive» suena a esperanza y «muere» suena a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En estudios reales, con «el 90 % sobrevive» más personas eligen operarse, también médicos.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encuadre. Antes de decidir, di el dato de las dos formas.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¿Anclado?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vender su bici usada. Antes de poner precio, mira cuánto piden por bicis iguales en internet: unos 150 €. Pone 140 €.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ha fijado en un primer número… ¿es anclaje?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un número (150 €) ha decidido su precio.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número no sale al azar: es lo que cuestan de verdad bicis iguales.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Comparar con precios reales es informarse. El anclaje es dejarse mover por un número que no viene a cuento o es inventado.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todo número que usamos es un ancla. Pregunta: ¿este número tiene que ver con lo que decido?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Anclaje: el primer número que oímos influye en cómo juzgamos los siguientes.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Encuadre: la forma de decir un dato cambia lo que elegimos.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Antes de decidir, quita el ancla y di el dato de las dos formas.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anclaje y el efecto encuadre en las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usan las tiendas y los anuncios el primer precio y la forma de decir las cosas.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