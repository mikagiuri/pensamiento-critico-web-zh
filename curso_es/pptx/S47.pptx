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47 · UNIDAD 8 · SESGOS: LA MENTE TAMBIÉN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Exceso de confianza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El exceso de confianza es creer que sabemos o hacemos algo mejor de lo que de verdad lo sabemos o lo hacemos.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Contra el encuadre: antes de decidir, di el dato de las ______ formas.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ancla es el hierro que sujeta un ______ al fondo.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imagen te da mucha emoción, ______.  (sesión 35)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Contra el encuadre: antes de decidir, di el dato de las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formas.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ancla es el hierro que sujeta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barco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al fondo.  (sesión 46)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Si una imagen te da mucha emoción,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sospecha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 chico: «El examen de mañana me lo sé. Lo he leído una vez y lo entiendo todo».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¿Qué le pedirías para saber si de verdad se lo sabe?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Más seguros que sabios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MÁS SEGUROS QUE SABIOS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Exceso de confianza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estar más seguro de lo que sabemos, o de lo bien que lo hacemos, de lo que dicen las pruebas.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Sesión 3: sentirse seguro no es lo mismo que saber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pasa a casi todos en algún tema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más fácil verlo en los demás que en uno mismo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MÁS SEGUROS QUE SABIOS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Formas de exceso de confianza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Forma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Creerse mejor que la mayoría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Muchos conductores creen conducir mejor que la mayoría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Planear sin margen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«Hago el trabajo en una tarde»… y tardo tres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Estar seguro de una respuesta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sé al 100 %»… y fallo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MÁS SEGUROS QUE SABIOS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efecto Dunning-Kruger, con cuidado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En un estudio de 1999, quienes peor lo hacían en una prueba solían creer que lo habían hecho mejor que la media.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Quien sabe poco de algo a menudo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ve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sus errores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Los mejores, en cambio, se valoraban un poco por debajo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Ojo: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no dice que quien sabe poco se crea un genio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discute: parte puede ser un efecto de la estadística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examen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«El examen de mañana me lo sé. Lo he leído una vez y lo entiendo todo».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Leer una vez da la sensación de «me suena». No es lo mismo que saberlo.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prueba: cerrar el libro y explicarlo sin mirar.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no puede explicarlo, su confianza era mayor que lo que sabía.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mejor medicina contra el exceso de confianza es ponerse a prueba.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¿Cómo funciona una cremallera?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Estudio de Rozenblit y Keil (2002). Preguntaban a la gente si entendía cómo funciona una cremallera. Luego le pedían explicarlo paso a paso.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Antes de explicarlo, mucha gente se daba una nota bastante alta.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intentar explicarlo paso a paso, se atascaba.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ellos mismos bajaban su nota.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creemos entender cosas que solo conocemos «de vista». Explicarlas nos pone a prueba.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El trabajo de Historia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chico: «El trabajo lo hago el domingo por la tarde, en dos horas». Siempre dice lo mismo, y siempre acaba de noche.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Ese chico planea como si todo fuera a salir perfecto.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cuenta con imprevistos: buscar información, un fallo del ordenador, cansarse.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Sabe que otras veces tardó más, pero no lo tiene en cuenta.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exceso de confianza al planear. Mira cuánto tardaste otras veces y añade margen.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¿Seguro de más?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es portero federado desde hace tres años. Dice: «En los penaltis del recreo paro más que nadie de la clase». Lo demuestra cada semana.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Está muy seguro de ser mejor que la mayoría… ¿exceso de confianza?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sí: «soy mejor que la mayoría» es la frase típica.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miro las pruebas: entrena, y lo ha demostrado muchas veces delante de todos.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exceso de confianza es estar más seguro de lo que dicen las pruebas. Aquí las pruebas le dan la razón.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estar seguro con pruebas no es un sesgo. Y también se falla al revés: creer que sabes menos.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El exceso de confianza es creer que sabemos más de lo que sabemos.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Quien sabe poco de algo a menudo no ve sus propios errores.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Ponerse a prueba, explicar sin mirar y comprobar es la mejor medicina.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efecto Dunning-Kruger explicado con 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el estudio contado bien. Ojo: muchos vídeos lo exageran; elige uno riguroso.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