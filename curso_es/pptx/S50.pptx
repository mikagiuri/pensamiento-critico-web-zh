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50 · UNIDAD 9 · PERSUASIÓN Y MANIPULACIÓN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Técnicas de la publicidad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La publicidad puede informar, pero a menudo usa técnicas como urgencia, escasez, simpatía y pertenencia para que decidamos sin pensar.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Convencer es dar ______ que el otro puede examinar.  (sesión 49)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mensaje puede emocionar y ser ______.  (sesión 49)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halo es el círculo de ______ de los santos en los cuadros.  (sesión 45)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Convencer es dar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razones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que el otro puede examinar.  (sesión 49)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mensaje puede emocionar y ser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honesto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49)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halo es el círculo de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luz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de los santos en los cuadros.  (sesión 45)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«¡Quedan solo 3! Oferta válida hasta medianoche. Más de 10.000 jóvenes ya las tienen.» Es un anuncio de unas zapatillas.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¿Cuántos trucos ves en tres frases?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Cuatro técnicas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CUATRO TÉCNICAS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Técnica publicitaria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un recurso para que compremos. Muchas usan atajos mentales, como los sesgos de la unidad 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 anuncio también puede dar información útil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Muchas no hablan del producto: hablan de nosotros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Saber que existen ayuda, pero no nos protege del todo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CUATRO TÉCNICAS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Las cuatro técnicas de hoy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Técnica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hace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Urgencia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Te mete prisa con el tiempo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«Solo hasta medianoche»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Escasez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Te hace creer que el producto se acaba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«Quedan 3 unidades»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Simpatía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Usa a alguien que te cae bien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 futbolista sonriente o un dibujo gracioso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Pertenencia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Te promete formar parte del grupo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«Todos tus amigos ya lo tienen»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CUATRO TÉCNICAS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¿Por qué funcionan?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Urgencia y escasez: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tenemos miedo a perder una oportunidad.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Simpatía: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nos fiamos más de quien nos cae bien.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Pertenencia: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queremos encajar en el grupo (sesión 28).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Las cuatro pueden hacer que decidas sin pensar en el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producto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Las zapatillas del principio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«¡Quedan solo 3! Oferta válida hasta medianoche. Más de 10.000 jóvenes ya las tienen.»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«Quedan solo 3»: escasez. Quieren que parezca algo que se acaba.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«Hasta medianoche»: urgencia. Quieren que no tengas tiempo de comparar.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«10.000 jóvenes ya las tienen»: pertenencia. Quieren que no te quedes fuera.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tres técnicas y ningún dato sobre las zapatillas. ¿Son buenas? El anuncio no lo dice.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Un anuncio de refresco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grupo de amigos ríe en la playa de Sopelana. Suena una canción pegadiza. Al final aparece el refresco. No se dice nada de su sabor ni de su azúcar.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me enseñan? Amigos, risas y verano. Nada del producto.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Simpatía: gente alegre que cae bien.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Pertenencia: el refresco parece la entrada a ese grupo de amigos.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venden un sentimiento, no una bebida. ¿Qué sé del refresco después de verlo? Casi nada.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¿Escasez = truco?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Entradas para el Athletic–Barça en San Mamés: «Quedan pocas entradas». Es verdad: el estadio tiene sitios limitados y en estos partidos suele llenarse.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Dice que se acaban… ¿es la técnica de la escasez para manipularte?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«quedan pocas» es la frase típica de la escasez.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aquí es verdad: los asientos se acaban de verdad.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Una escasez real es un dato útil. El truco es la escasez falsa o exagerada.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basta con poner la etiqueta. Pregunta: ¿es verdad? ¿Lo quiero de verdad?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Cómo defenderse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CÓMO DEFENDERSE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frenos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Antes de comprar: espera, quita el truco y compara.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Espera: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si es bueno hoy, seguirá siéndolo mañana.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Quita el truco: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¿qué queda si borro la prisa y los famosos?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Compara: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mira el precio y las opiniones en otro sitio.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urgencia y la escasez te meten prisa para que no compares.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simpatía y la pertenencia usan a gente que te cae bien y tus ganas de encajar.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Para defenderte: espera, quita el truco y compara.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Técnicas de persuasión en la publicidad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anuncios reales y reconocer en ellos las cuatro técnicas de hoy.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