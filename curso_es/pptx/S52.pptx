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52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Diseño que engancha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Muchas apps y juegos están diseñados para que te cueste parar: scroll infinito, notificaciones y cajas de botín.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España, la publicidad debe ______ como publicidad, por ejemplo con #publi.  (sesión 51)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regalo de la marca al influencer también crea un ______, aunque no haya dinero.  (sesión 51)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Ojo: el estudio de 1999 no dice que quien sabe poco se crea un ______.  (sesión 47)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España, la publicidad debe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identificarse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como publicidad, por ejemplo con #publi.  (sesión 51)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regalo de la marca al influencer también crea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interés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aunque no haya dinero.  (sesión 51)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Ojo: el estudio de 1999 no dice que quien sabe poco se crea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genio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abre TikTok «un momento» antes de dormir. Cuando mira la hora, ha pasado hora y media. No ha decidido quedarse: simplemente no ha parado.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¿Quién ha decidido esa hora y media: esa chica o la app?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Diseñado para engancharte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DISEÑADO PARA ENGANCHARTE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Diseño que engancha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diseñar una app o un juego para que pases en él el mayor tiempo posible.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Tu tiempo y tu atención son su negocio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Más tiempo mirando = más anuncios vistos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casualidad: lo prueban y lo miden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DISEÑADO PARA ENGANCHARTE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trucos de diseño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Cómo funciona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te quita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Scroll infinito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contenido no se acaba nunca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momento de parar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Notificaciones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Avisos que te llaman para volver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concentración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Cajas de botín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Pagas sin saber qué premio te toca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Dinero y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DISEÑADO PARA ENGANCHARTE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Recompensa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Si el premio llega a veces y no sabes cuándo, sigues probando. Las tragaperras (máquinas de apuestas) usan el mismo principio.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Cada vídeo puede ser el bueno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Cada caja puede traer la skin rara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eso cuesta tanto parar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hora y media de una chica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abre TikTok «un momento» antes de dormir y está hora y media. No ha decidido quedarse: simplemente no ha parado.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Scroll infinito: nunca apareció un final, un momento natural para parar.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Recompensa variable: el siguiente vídeo podía ser muy bueno.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chica decidió abrir la app, pero no decidió quedarse tanto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diseño le puso fácil seguir y difícil parar. Freno: poner un límite de tiempo antes de empezar.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Los sobres de un chico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juega a un videojuego de fútbol. Compra sobres de jugadores con dinero real. En un mes gasta 60 € buscando un jugador que nunca le sale. (Inventado.)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sobres son cajas de botín: paga sin saber qué le toca.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Recompensa variable: «el siguiente sobre puede ser el bueno».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parece a una apuesta: pones dinero y el azar decide el premio.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juego no le vende un jugador, le vende la esperanza. Freno: un límite de gasto (o cero).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¿Todo lo que engancha es un truco?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lee una novela de misterio. Cada capítulo acaba en suspense y le cuesta dejarla: lee hasta las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Le engancha y le cuesta parar… ¿es lo mismo que el scroll infinito?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igual: le engancha y no quiere parar.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 libro no le vigila, no le manda avisos y tiene un final.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Disfrutar mucho de algo no es malo. El problema es un diseño que te quita el momento de parar.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pregunta no es «¿engancha?», sino «¿decido yo cuándo parar?». Y dormir también cuenta.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Recuperar el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RECUPERAR EL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hacen algunas personas para decidir ellas (elige si te sirve alguno)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Quitar las notificaciones que no sean de personas.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Poner un límite de tiempo en el móvil.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Dejar el móvil fuera de la habitación al dormir.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Preguntarme: «¿he decidido yo seguir?»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Muchas apps están diseñadas para que pases en ellas el mayor tiempo posible.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scroll infinito, las notificaciones y las cajas de botín te quitan el momento de parar.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recompensa variable engancha como una tragaperras: el siguiente puede ser el bueno.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se diseñan las apps para engancharnos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que el enganche no es un fallo suyo: está diseñado y medido.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