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52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apps y juegos están diseñados para que te cueste parar: scroll infinito, notificaciones y cajas de botín.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______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______,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identificarse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interés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Yasmin abre TikTok «un momento» antes de dormir. Cuando mira la hora, ha pasado hora y media. No ha decidido quedarse: simplemente no ha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 ha decidido esa hora y media: Yasmin o la app?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Diseñado para engancharte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diseñar una app o un juego para que pases en él el mayor tiempo 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 tiempo y tu atención son su negocio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Más tiempo mirando = más anuncios vistos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casualidad: lo prueban y lo miden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funciona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te quita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contenido no se acaba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Avisos que 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concentración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premio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Dinero 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Recompensa variable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el premio llega a veces y no sabes cuándo, sigues probando. Las tragaperras (máquinas de apuestas) usan el mismo principio.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vídeo puede ser el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caja puede traer la skin rara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cuesta tanto parar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hora y media de Yasmin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abre TikTok «un momento» antes de dormir y está hora y media. No ha decidido quedarse: simplemente no ha parado.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Scroll infinito: nunca apareció un final, un momento natural para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el siguiente vídeo podía ser muy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Yasmin decidió abrir la app, pero no decidió quedarse tanto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le puso fácil seguir y difícil parar. Freno: poner un límite de tiempo antes de empezar.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sobres de Aitor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juega a un videojuego de fútbol. Compra sobres de jugadores con dinero real. En un mes gasta 60 € buscando un jugador que nunca le sale.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sobres son cajas de botín: paga sin saber qué le toca.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«el siguiente sobre puede ser el bueno».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a una apuesta: pones dinero y el azar decide el premio.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juego no le vende un jugador, le vende la esperanza. Freno: un límite de gasto (o cero).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lo que engancha es un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lee una novela de misterio. Cada capítulo acaba en suspense y le cuesta dejarla: lee hasta las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engancha y le cuesta parar… ¿es lo mismo que el scroll infinito?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igual: le engancha y no quiere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libro no le vigila, no le manda avisos y tiene un final.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Disfrutar mucho de algo no es malo. El problema es un diseño que te quita el momento de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no es «¿engancha?», sino «¿decido yo cuándo parar?». Y dormir también cuenta.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Recuperar el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RECUPERAR EL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Frenos que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Quitar las notificaciones que no sean de personas.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Poner un límite de tiempo en el móvil.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Dejar el móvil fuera de la habitación al dormir.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«¿he decidido yo seguir?»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apps están diseñadas para que pases en ellas el mayor tiempo posible.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scroll infinito, las notificaciones y las cajas de botín te quitan el momento de parar.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recompensa variable engancha como una tragaperras: el siguiente puede ser el bueno.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se diseñan las apps para engancharnos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el enganche no es un fallo suyo: está diseñado y medido.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