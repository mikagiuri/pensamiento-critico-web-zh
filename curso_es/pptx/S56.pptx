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56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Usar la IA con criterio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IA puede ayudar y acertar, pero también inventa datos y fuentes con total seguridad: se comprueba como cualquier otra fuente.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______: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______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______ en redes.  (sesión 51)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por uno mismo no es pensar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puedo escuchar a otros y fiarme de expertos.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Fiarse de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experto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su campo es una buena razón.  (sesión 55)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influencer es una persona con muchos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seguidores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redes.  (sesión 51)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pide a una IA tres libros sobre la historia del Athletic para un trabajo. La IA le da títulos, autores y años. Dos libros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podría haberlo descubierto Omar antes de entregar el trabajo?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y en qué falla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IA de 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Programa que escribe textos prediciendo, palabra a palabra, qué es más probable que venga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 aprendido de muchísimos textos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Acierta muchas veces, pero no siempre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¿Entiende lo que dice? Los expertos lo discuten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Suena igual de segura cuando acierta y cuando falla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 qué falla y qué hace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qué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 datos, citas y hasta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equivoca con total seguridad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 veces te da la razón sin tenerla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no estar al día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Qué hace 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Explicar algo con otras palabras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esquemas y resúmenes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ideas para empezar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Revisar la ortografía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Y EN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Alucinación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una IA inventa algo falso y lo dice como si fuera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miente a propósito: escribe lo que suena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suena igual de segura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Sentirse seguro no es saber (sesión 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comprobarla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comprobaciones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¿existe ese libro, ese enlace, esa cita?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Lectura lateral: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qué dicen otras fuentes fiables (sesión 34).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Datos y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compruébalos siempre fuera de la IA.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Pide la fuente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IA, y compruébala tú: también puede inventarla.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libros de Omar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IA le da a Omar tres libros sobre la historia del Athletic, con título, autor y año.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da la IA? Tres fuentes que parecen muy concretas.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Compruebo: busco cada título en la biblioteca y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Resultado: dos no aparecen en ningún sitio. La IA se los inventó.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IA puede inventar fuentes. Uso solo las que he comprobado.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fotosíntesis de Naiara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no entiende la fotosíntesis. Pide a la IA que se la explique con palabras sencillas y luego lo compara con su libro de Biología.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usa la IA? Para entender, no para copiar.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¿Comprueba? Sí: lo compara con el libro.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algo no coincide, lo mira otra vez en el libro y pregunta a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buen uso. La IA como ayuda y su cabeza como juez.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CÓMO COMPROBARLA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dice una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IA le dice a Chen que el museo Guggenheim de Bilbao se inauguró en 1997. Su amigo: «Eso es de una IA, seguro que es falso».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cosas. ¿Entonces el dato es falso?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IA inventan a veces, no siempre. Muchas veces aciertan.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lo busca en la web del museo: se inauguró en 1997.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Rechazarlo por venir de una IA es juzgar el origen, no el dato (como en la 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no es verdad ni mentira por venir de una IA. Se comprueba.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IA explica, resume y da ideas, y a menudo acierta, pero puede inventar datos y fuentes.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Suena segura aunque se equivoque: eso se llama alucinación.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la creas ni la rechaces sin más: busca la fuente y haz lectura lateral.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Las «alucinaciones» de la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reales de IA que inventa datos o fuentes con total seguridad.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