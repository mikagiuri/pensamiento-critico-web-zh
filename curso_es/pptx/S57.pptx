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57 · UNIDAD 10 · PENSAR POR UNO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Cambiar de opinión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Cambiar de opinión por buenas razones cuesta, pero es una virtud: demuestra que piensas, no que pierdes.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IA puede equivocarse con total ______: suena igual cuando acierta que cuando falla.  (sesión 56)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IA de chat escribe ______, palabra a palabra, qué es más probable que venga después.  (sesión 56)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halo es el círculo de ______ de los santos en los cuadros.  (sesión 45)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IA puede equivocarse con total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seguridad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suena igual cuando acierta que cuando falla.  (sesión 56)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IA de chat escribe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prediciendo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palabra a palabra, qué es más probable que venga después.  (sesión 56)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halo es el círculo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luz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los santos en los cuadros.  (sesión 45)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dijo en el grupo de WhatsApp que un jugador era malísimo. Luego vio sus datos de la temporada: era de los mejores. No dijo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¿Por qué crees que no lo reconoció?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Por qué cuesta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POR QUÉ CUESTA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Cambiar de opinión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dejar una idea cuando aparecen razones mejores que las que tenías.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rendirse: es aprender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Ya lo vimos en la sesión 1: el pensador crítico cambia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Mantener una idea con buenas razones también es pensar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POR QUÉ CUESTA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¿Por qué cuesta tanto?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Orgullo: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parece que pierdo o que quedo mal.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Sesgo de confirmación: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busco solo lo que me da la razón (sesión 44).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Grupo: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mis amigos piensan lo mismo.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Costumbre: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llevo mucho tiempo creyéndolo.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POR QUÉ CUESTA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formas de cambiar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Cambiar sin razones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 presión del grupo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 lo último que he oído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quedar bien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Cambiar por razones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Porque hay datos nuevos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Porque el otro argumento es mejor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Porque descubro un error mío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jugador malísimo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dijo que un jugador era malísimo porque lo vio fallar en un partido. Luego vio sus datos de toda la temporada: era de los mejores.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Primera opinión: «Es malísimo». Razón: un partido malo.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Nueva razón: los datos de toda la temporada.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¿Cuál pesa más? Toda la temporada: un caso suelto no es una prueba general (sesión 41).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 razonable era cambiar. Bastaba con decir: «Vale, me equivoqué».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veleta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opina que el uniforme es buena idea. Oye a una amiga y opina lo contrario. Oye a otra y vuelve a cambiar.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¿Cambia por razones? No sabe explicar por qué cambia.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Cambia según la última persona que ha hablado.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Eso no es pensar: es ir como una veleta (el aparato que gira con el viento).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cambiar de opinión es una virtud solo si cambio por razones.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¿Una cabezota?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dice que copiar en un examen no está bien. Su cuadrilla insiste: «Cambia de opinión, no seas cabezota. ¿No dicen que cambiar es de sabios?».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Cambiar de opinión es una virtud. ¿Debería cambiar esa chica?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¿Le dan una razón nueva? No: solo presión y una etiqueta, «cabezota».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Cambiar no es bueno por sí mismo: depende de por qué cambias.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sus razones siguen siendo buenas, mantenerlas es ser coherente, no cabezota.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virtud no es cambiar mucho, sino escuchar las razones y cambiar solo si son mejores.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Cambiar sin perder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CAMBIAR SIN PERDER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Frases para cambiar de opinión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Cambiar de opinión se puede decir sin perder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«No lo había pensado así.»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«En eso tienes razón.»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«Con esos datos, cambio de opinión.»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Cambiar de opinión es dejar una idea cuando aparecen razones mejores.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Cuesta por orgullo, por el sesgo de confirmación, por el grupo y por costumbre.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 una virtud si cambio por razones; mantener una idea bien razonada también lo 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Por qué nos cuesta tanto cambiar de opinión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que a todo el mundo le cuesta, también a los adultos, y por qué.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