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58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Entender antes de criticar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Antes de criticar una idea hay que entenderla en su versión más razonable: eso es el principio de caridad.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es una virtud solo si cambio por ______.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por buenas razones no es rendirse: es ______.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busca, sobre todo, que sigas mirando.  (sesión 53)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es una virtud solo si cambio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por buenas razones no es rendirse: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busca, sobre todo, que sigas mirando.  (sesión 53)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Naiara dice: «Los móviles deberían estar prohibidos en clase». Aitor responde: «O sea, que quieres volver a la Edad de Piedra».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entendido Aitor lo que quería decir Naiara?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principio de caridad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Principio de caridad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entender la idea del otro en su versión más razonable antes de criticarla.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Aquí «caridad» significa generosidad al interpretar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lo contrario del hombre de paja (sesión 15)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darle la razón: es entenderle bien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Hombre de paja y principio de caridad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Hombre de paja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Principio de caridad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hago con la idea?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deformo para que parezca tonta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entiendo en su mejor versión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critico?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idea que nadie ha dicho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 que el otro piensa de verdad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consigo?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Ganar fácil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discusión que sirve para algo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aplicarlo en tres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Repite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idea con tus palabras: «¿Quieres decir que…?»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Busca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 mejor razón: ¿por qué lo piensa?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Critica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después, si sigues sin estar de acuerdo.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Naiara y los móviles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«Los móviles deberían estar prohibidos en clase». Aitor: «O sea, que quieres volver a la Edad de Piedra».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deforma la idea: nadie ha dicho «volver a la Edad de Piedra».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Paso 1, repetir: «¿Quieres decir que el móvil distrae en clase?».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Paso 2, su mejor razón: con el móvil en la mesa cuesta concentrarse.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ahora sí puede criticar: «¿Y si hace falta para buscar algo en clase?».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comentario en YouTube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Alguien comenta: «Los videojuegos no son tan malos como dicen». Otro contesta: «Claro, y que los niños jueguen 12 horas al día».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el primero? Que no son tan malos. No dijo nada de 12 horas.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versión más razonable: jugar con medida no es tan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respuesta ataca una idea que nadie ha dicho: hombre de paja.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con caridad se discute la idea real, y la conversación avanza.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¿Hombre de paja?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escribe: «Todos los que juegan a la consola son unos vagos». Leire contesta: «O sea, que Chen, que juega y saca sobresalientes, es un vago».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lleva la idea de Iker a un caso extremo. ¿Es un hombre de paja?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Iker? «Todos». Leire no cambia sus palabras.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Saca lo que se sigue de lo que él dijo: es un contraejemplo (sesión 11), no una deformación.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caridad podría preguntar: «¿Quieres decir todos o algunos?». Pero no puede inventarse otra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criticar lo que el otro dijo de verdad no es hombre de paja, aunque le deje mal.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Qué es y qué no es la caridad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Darle la razón en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de criticar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Hacerse el simpático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Entender bien antes de responder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la mejor versión de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Tratar al otro como alguien que razona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principio de caridad es entender la idea del otro en su versión más razonable.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 lo contrario del hombre de paja, que deforma la idea para ganar fácil.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Primero repito la idea, luego busco su mejor razón y después critico.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principio de caridad frente al hombre de paja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discusiones en las que se deforma la idea del otro, y cómo evitarlo.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