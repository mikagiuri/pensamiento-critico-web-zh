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58 · UNIDAD 10 · PENSAR POR UNO MISMO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Entender antes de criticar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Antes de criticar una idea hay que entenderla en su versión más razonable: eso es el principio de caridad.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Cambiar de opinión es una virtud solo si cambio por ______.  (sesión 57)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Cambiar de opinión por buenas razones no es rendirse: es ______.  (sesión 57)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algoritmo de una red no busca la ______: busca, sobre todo, que sigas mirando.  (sesión 53)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Cambiar de opinión es una virtud solo si cambio por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razones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57)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Cambiar de opinión por buenas razones no es rendirse: es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aprender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57)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algoritmo de una red no busca la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verdad</a:t>
            </a:r>
            <a:r>
              <a:rPr sz="2600" b="0">
                <a:solidFill>
                  <a:srgbClr val="1F2A44"/>
                </a:solidFill>
                <a:latin typeface="Nunito Sans"/>
              </a:rPr>
              <a:t>: busca, sobre todo, que sigas mirando.  (sesión 53)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Una chica dice: «Los móviles deberían estar prohibidos en clase». Un chico responde: «O sea, que quieres volver a la Edad de Piedra».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¿Ha entendido ese chico lo que quería decir la chica?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El principio de caridad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EL PRINCIPIO DE CARIDAD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Principio de caridad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entender la idea del otro en su versión más razonable antes de criticarla.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Aquí «caridad» significa generosidad al interpretar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Es lo contrario del hombre de paja (sesión 15)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No es darle la razón: es entenderle bien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EL PRINCIPIO DE CARIDAD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Hombre de paja y principio de caridad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Pregunta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Hombre de paja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Principio de caridad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¿Qué hago con la idea?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La deformo para que parezca tonta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La entiendo en su mejor versión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¿Qué critico?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Una idea que nadie ha dicho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Lo que el otro piensa de verdad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¿Qué consigo?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Ganar fácil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Una discusión que sirve para algo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EL PRINCIPIO DE CARIDAD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Cómo aplicarlo en tres pasos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1. Repite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la idea con tus palabras: «¿Quieres decir que…?»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2. Busca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su mejor razón: ¿por qué lo piensa?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3. Critica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después, si sigues sin estar de acuerdo.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Los móviles en clase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chica: «Los móviles deberían estar prohibidos en clase». Un chico: «O sea, que quieres volver a la Edad de Piedra».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El chico deforma la idea: nadie ha dicho «volver a la Edad de Piedra».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Paso 1, repetir: «¿Quieres decir que el móvil distrae en clase?».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Paso 2, su mejor razón: con el móvil en la mesa cuesta concentrarse.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ahora sí puede criticar: «¿Y si hace falta para buscar algo en clase?».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Un comentario en YouTube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Alguien comenta: «Los videojuegos no son tan malos como dicen». Otro contesta: «Claro, y que los niños jueguen 12 horas al día».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dijo el primero? Que no son tan malos. No dijo nada de 12 horas.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Su versión más razonable: jugar con medida no es tan malo.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respuesta ataca una idea que nadie ha dicho: hombre de paja.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con caridad se discute la idea real, y la conversación avanza.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¿Hombre de paja?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escribe: «Todos los que juegan a la consola son unos vagos». Una chica contesta: «O sea, que un compañero, que juega y saca sobresalientes, es un vago».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chica lleva la idea del chico a un caso extremo. ¿Es un hombre de paja?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dijo el chico? «Todos». La chica no cambia sus palabras.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Saca lo que se sigue de lo que él dijo: es un contraejemplo (sesión 11), no una deformación.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 caridad podría preguntar: «¿Quieres decir todos o algunos?». Pero no puede inventarse otra idea.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criticar lo que el otro dijo de verdad no es hombre de paja, aunque le deje mal.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Error típico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ERROR TÍPICO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Qué es y qué no es la caridad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No 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Darle la razón en todo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Dejar de criticar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Hacerse el simpático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Sí 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Entender bien antes de responder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Criticar la mejor versión de la idea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Tratar al otro como alguien que razona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El principio de caridad es entender la idea del otro en su versión más razonable.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Es lo contrario del hombre de paja, que deforma la idea para ganar fácil.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Primero repito la idea, luego busco su mejor razón y después critico.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El principio de caridad frente al hombre de paja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ejemplos de discusiones en las que se deforma la idea del otro, y cómo evitarlo.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