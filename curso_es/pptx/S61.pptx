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61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dialogar?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Dialogar no es hablar por turnos hasta que uno gana: es pensar juntos para entender mejor un problema.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razonable fiarse de un experto en su ______; la fama no es saber.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da razones; manipular ______ tu juicio.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______ de razones.  (sesión 49)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razonable fiarse de un experto en su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fama no es saber.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da razones; manipular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esquiva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tu juicio.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lugar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razones.  (sesión 49)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Grupo de WhatsApp de la cuadrilla, 23:40. Ochenta mensajes sobre dónde quedar el sábado. Al final nadie ha cambiado de idea y todos están enfadados.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 fallado en esa conversación?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dialogar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Dialogar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hablar con otros para pensar juntos y entender mejor un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rival es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la otra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ideas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mueven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 añaden y se corrigen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Aunque no haya acuerdo, sales entendiendo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Pelea, discusión de sordos y diálogo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pasa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Ejemplo: ¿deberes sí o no?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Pelea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ataca a las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«¡Eres un vago!» «¡Y tú un plasta!»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Discusión de sordos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uno repite su idea más alto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«Son necesarios.» «Pues yo digo que no.»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Diálogo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escucha y se dan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«Ayudan a repasar. ¿Tú por qué piensas que no?»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maneras de hablar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Hablar para ganar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es un rival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Solo cuenta mi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Escucho para contestar rápido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Hablar para 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me ayuda a pensar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las razones de los dos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Escucho para entender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deberes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«Los deberes ayudan a repasar. ¿Tú por qué piensas que no?». Una chica: «En casa no tengo tiempo ni un sitio tranquilo». El chico: «Vale. ¿Y si fueran voluntarios?».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ataques a la persona? No: hablan de los deberes, no de cómo es cada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escuchan? Sí: el chico pregunta por la razón de la chica y la tiene en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mueven las ideas? Sí: aparece una idea nueva, los deberes voluntarios.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diálogo. Los dos piensan juntos sobre el problema.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grupo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«Quedamos en el Arenal». Una chica: «Mejor en Moyúa». El chico: «Que no, en el Arenal». La chica: «Moyúa, y punto». Así, cuarenta mensajes.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insultos?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¿Alguien da una razón? No: solo repiten su idea, cada vez más fuerte.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¿Alguien pregunta «¿por qué?»? Tampoco. Nadie escucha al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discusión de sordos. Sin razones ni escucha, la conversación no avanza.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Sin acuerdo, ¿fracaso?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un chico hablan del uniforme escolar. Se escuchan, dan razones y descubren cosas nuevas. Al final siguen sin estar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han llegado a un acuerdo. ¿Ha fracasado el diálogo?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cada uno sigue pensando distinto.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objetivo no era ganar ni acabar pensando igual: era entender mejor el problema.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dos saben ahora más: conocen las razones del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diálogo puede ir bien sin acuerdo. El acuerdo es una buena meta, pero no es obligatorio.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acuerdo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EL ACUERDO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acuerdo al que se llega después de un diálogo.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una buena meta, pero no la única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Llega por las razones, no por cansancio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Decir «vale» para que te dejen en paz no es consenso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Dialogar es hablar con otros para pensar juntos y entender mejor un problema.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pelea se ataca a las personas; en una discusión de sordos nadie escucha.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diálogo puede ir bien aunque no acabe en acuerdo: lo importante es entender más.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discutir para ganar y dialogar para entender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dialogar es pensar juntos, no ganar al otro.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