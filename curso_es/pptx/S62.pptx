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62 · UNIDAD 11 · EL ARTE DE DIALOGAR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Escuchar y preguntar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Escuchar de verdad es poder repetir con tus palabras lo que dice el otro; después, se le piden razones para entenderle.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una ______ se ataca a las personas en lugar de hablar de las ideas.  (sesión 61)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diálogo puede ir bien aunque no termine en ______.  (sesión 61)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Cambiar de opinión cuesta por ______: parece que pierdo o que quedo mal.  (sesión 57)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una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pelea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se ataca a las personas en lugar de hablar de las ideas.  (sesión 61)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diálogo puede ir bien aunque no termine en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acuerdo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61)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Cambiar de opinión cuesta por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orgullo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: parece que pierdo o que quedo mal.  (sesión 57)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Naiara manda un audio de dos minutos. Kevin lo escucha a doble velocidad, mientras juega, y contesta: «Ya, pero…».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¿Ha escuchado Kevin a Naiara?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Escuchar de verdad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ESCUCHAR DE VERDAD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Escucha activa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atender de verdad a lo que dice el otro, hasta poder repetirlo con tus palabras.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Oír: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el sonido te llega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Escuchar: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entiendes lo que te dicen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Si no sabes repetirlo, no lo has escuchado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ESCUCHAR DE VERDAD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herramientas para escuchar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Reformular = decir lo mismo con otras palabras.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Respetar el turno de palabra: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hablar de uno en uno, sin cortar.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Reformular: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«¿Quieres decir que…?».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Pedir razones: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«¿Por qué lo piensas?», «¿Cómo lo sabes?».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ESCUCHAR DE VERDAD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¿Para qué escuchas?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Para contestar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Preparo mi respuesta mientras habla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Le corto a la mitad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Contesto a lo que yo creía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Para entender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Espero a que acabe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Compruebo si lo he entendido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Contesto a lo que ha dicho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Reformular en WhatsApp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Aitor escribe: «Paso de ir al cumple de Dylan». Maialen podría contestar: «¡Qué borde eres!». Pero escribe: «¿Quieres decir que no te apetece o que no puedes?».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Maialen no contesta a lo que ella imagina: primero comprueba.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Reformula: pone dos formas de entender lo que dice Aitor.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Aitor responde: «No puedo, tengo partido». No era borde.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reformular evita peleas por malentendidos. Primero entender, luego contestar.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Pedir razones en casa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Chen le dice a su padre: «Necesito un móvil nuevo». Su padre, en lugar de decir que no, pregunta: «¿Por qué? ¿Qué le pasa al tuyo?».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padre no ataca ni se cierra: pide razones.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Chen tiene que pensar: «La batería no me dura ni media mañana».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Ahora hablan del problema real, la batería. Quizá basta con cambiarla.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pedir razones ayuda a los dos a entender el problema, no solo a decir sí o no.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¿Muchas preguntas, buen diálogo?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Omar dice que le gusta una serie. Dylan le suelta: «¿Por qué? ¿Cómo lo sabes? ¿Seguro? ¿Y eso por qué?», sin esperar las respuestas, para dejarle en ridículo.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Dylan pide razones todo el rato. ¿Está dialogando bien?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pedir razones es una herramienta del diálogo.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no espera las respuestas: no escucha. Y pregunta para pillar, no para entender (sesión 4).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Además, «me gusta» es un gusto: habla de Omar y no hay que demostrarlo (sesión 2).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preguntar ayuda al diálogo solo si es para entender y escuchas la respuesta.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Error típico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ERROR TÍPICO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Qué es y qué no es reformular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No 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Repetir como un loro, palabra por palabra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Cambiar lo que dijo (hombre de paja, sesión 15)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Darle la razón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Sí 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Decirlo con tus palabras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Comprobar: «¿Es eso lo que quieres decir?»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Entender antes de estar de acuerdo o no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Escuchar de verdad es poder repetir con tus palabras lo que dice el otro.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Reformular es decir lo mismo con otras palabras para comprobar que lo has entendido.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Pedir razones ayuda si preguntas para entender y escuchas la respuesta.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Escucha activa: la diferencia entre oír y escuchar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vean la diferencia entre oír y escuchar con ejemplos distintos a los de clase.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