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63 · UNIDAD 11 · EL ARTE DE DIALOGAR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No estar de acuerdo sin atacar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Se puede no estar de acuerdo sin atacar: se critica la idea con razones, nunca a la persona, y se puede cambiar de idea.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frase para reformular: «¿Quieres ______ que…?».  (sesión 62)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escucha ______ es atender hasta poder repetir con tus palabras lo que dice el otro.  (sesión 62)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influencer es una persona con muchos ______ en redes.  (sesión 51)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frase para reformular: «¿Quieres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decir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que…?».  (sesión 62)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escucha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activa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atender hasta poder repetir con tus palabras lo que dice el otro.  (sesión 62)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influencer es una persona con muchos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seguidores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en redes.  (sesión 51)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En una cena familiar, el tío y la prima de un chico hablan de fútbol. Él levanta la voz. Ella se ríe de él. Al final nadie recuerda de qué hablaban.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¿Se puede no estar de acuerdo sin acabar así?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Las normas del buen diálogo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LAS NORMAS DEL BUEN DIÁLOGO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Cinco normas del buen diálogo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Escuchar de verdad: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poder repetir lo que dice el otro.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Dar razones, no gritar: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cuenta el mejor argumento, no la voz más alta.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Responder a la mejor versión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lo que dice el otro (sesión 58).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Criticar la idea, no la persona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(sesión 14).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Poder cambiar de idea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si hay razones mejores (sesión 57).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LAS NORMAS DEL BUEN DIÁLOGO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Desacuerdo sin ataque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decir «no estoy de acuerdo» y explicar por qué, sin atacar a quien piensa distinto.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estar de acuerdo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normal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no es una pelea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critica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idea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con razones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 la persona se la respeta, piense lo que piense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LAS NORMAS DEL BUEN DIÁLOGO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Atacar o no estar de acuerdo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Ataque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Desacuerdo sin ataque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«Eso es una tontería, como tú»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«No lo veo así, porque…»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«Tú siempre dices chorradas»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«En esto creo que te equivocas: …»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«Cállate, que no tienes ni idea»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«¿Por qué lo piensas? Yo veo otra razón»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Del ataque a la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chica: «Los videojuegos deberían tener un límite de horas». Un chico: «Lo dices porque eres malísima jugando».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chico ataca a la chica, no a su idea: es un ataque a la persona (sesión 14).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Sin ataque, el chico podría decir: «No lo veo así: prefiero que cada familia decida su límite».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Ahora hay una razón que la chica puede pensar y contestar.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misma opinión contraria, dicha sin ataque, hace avanzar la conversación.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«Tienes razón»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«El sábado vamos a ver la peli nueva». Una chica: «Mira, no la estrenan hasta el viernes que viene». El chico lo comprueba: «Tienes razón. ¿Bolera, entonces?».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chica no ataca: corrige un dato y da una razón que se puede comprobar.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chico lo comprueba y cambia de idea.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 perdido el chico? No: ahora sabe algo que no sabía.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reconocer «tienes razón» no es perder, es aprender (sesión 57).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«¡Me estás atacando!»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propone ir en bici a la playa. Una chica: «No me convence: se tarda más de una hora y hemos quedado en media». El chico: «¡Siempre me atacas!».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Ese chico se siente atacado. ¿Le ha atacado la chica?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la chica dice que el plan del chico no le convence.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¿de qué habla? Del plan y del tiempo, no de cómo es el chico.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Da una razón que se puede comprobar. Criticar una idea no es atacar a quien la dice.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 desacuerdo sin ataque. Sentirse atacado no demuestra que te hayan atacado.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Analizar una conversación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ANALIZAR UNA CONVERSACIÓN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preguntas para analizar una conversación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Mira…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La actitud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¿Respetan los turnos y a las personas?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Los argumentos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¿Dan razones y ejemplos, o solo opiniones?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La participación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¿Pueden hablar todos, o uno lo acapara?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El problema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¿Al final entienden mejor la pregunta?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ANALIZAR UNA CONVERSACIÓN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¿Se puede dialogar con quien no quiere?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Para dialogar hacen falta 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 mínimo, por las dos partes: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querer escuchar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dar razones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 el otro solo ataca, tú puedes no atacar, pero no hay diálogo.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 veces lo mejor es parar y seguir en otro momento.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Se puede no estar de acuerdo sin atacar: se critica la idea, no la persona.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En un buen diálogo cuenta el mejor argumento, no la voz más alta.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Decir «tienes razón» no es perder: es aprender.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Cómo decir que no estás de acuerdo con respeto (comunicación asertiva)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oigan frases concretas para no estar de acuerdo sin atacar a nadie.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