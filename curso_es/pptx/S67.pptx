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67 · UNIDAD 13 · MI HUELLA EN EL PLANETA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mide la huella ecológica?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huella ecológica estima cuánta naturaleza hace falta para lo que consumimos; si pasa de la biocapacidad, gastamos más de lo que el planeta repone.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experimento de los dos grupos hechos a suertes, la mayoría favorecía al ______.  (sesión 66)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técnica del grupo ______, cada uno escribe sus ideas en silencio antes de ponerlas en común.  (sesión 66)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 contrario de la autonomía es la ______: que otros decidan por ti.  (sesión 55)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experimento de los dos grupos hechos a suertes, la mayoría favorecía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suyo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técnica del grupo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nominal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cada uno escribe sus ideas en silencio antes de ponerlas en común.  (sesión 66)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 contrario de la autonomía es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heteronomía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que otros decidan por ti.  (sesión 55)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«Si todo el mundo viviera como se vive de media en España, harían falta más de dos planetas.»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crees que significa eso? ¿Cómo se puede medir algo así?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huella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HUELLA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Huella ecológica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Mide cuánta tierra y cuánto mar productivos hacen falta para producir lo que consumimos y absorber nuestros residuos.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Producir: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comida, ropa, el móvil, la luz, la gasolina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Absorber: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sobre todo el CO₂ que echamos al aire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mide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hectáreas globales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hectárea es algo más que un campo de fútbol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HUELLA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Biocapacidad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la naturaleza puede regenerar en un año: bosques que crecen, peces que se reproducen, cosechas nuevas.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Huella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menor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biocapacidad: vivimos de lo que se repone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Huella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mayor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biocapacidad: gastamos más de lo que se repone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huella la propusieron Wackernagel y Rees en los años noventa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HUELLA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¿Cuántos planetas harían falta? (Global Footprint Network)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todo el mundo viviera como…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Harían falta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media de la humanidad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Unos 1,7 planetas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media de España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Más de dos planetas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media de Estados Unidos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Unos 5 planetas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Muchos países de África o Asia del Sur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Menos de 1 planeta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HUELLA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Día de la Sobrecapacidad de la Tierra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día del año en que la humanidad ya ha gastado todo lo que el planeta regenera en un año.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inglés: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Earth Overshoot Day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Últimos años: finales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julio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principios de agosto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Desde ese día vivimos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 crédito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como con un préstamo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España llega a su propio día mucho antes, en primavera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sueldo de la familia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familia gasta en siete meses todo el sueldo del año. Los otros cinco meses vive de sus ahorros y de préstamos.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seguir así un año? Sí: tira de ahorros.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¿Y muchos años seguidos? No: los ahorros se acaban y las deudas crecen.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la naturaleza pasa algo parecido. Los «ahorros» son bosques, peces y suelo. La «deuda», el CO₂ que se acumula.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Día de la Sobrecapacidad marca cuándo empezamos a gastar ahorros que no se reponen.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¿De dónde sale la fecha?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humanidad usa como 1,7 planetas. ¿Qué día del año se acaba lo que da un planeta?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planeta da para un año: 365 días.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gastamos 1,7 veces más rápido: 365 : 1,7 ≈ 215 días.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día 215 del año cae a principios de agosto.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fecha sale de una cuenta. Si la huella baja, la fecha se retrasa.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¿Un dato exacto?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lee: «La humanidad usa 1,7 planetas». Piensa: «Es un dato exacto, como el peso de mi mochila».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saben? Nadie pesa el planeta: se calcula con muchos datos de cada país.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estimación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una cuenta aproximada hecha con datos reales.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 deja cosas fuera: no mide bien, por ejemplo, el agua contaminada ni las especies que desaparecen.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buena pista, no una cifra exacta. Si mejoran los datos, el número cambia un poco.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 solo planeta y seguimos aquí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razona: «Si usamos 1,7 planetas y solo hay uno, el dato es falso. No se puede gastar más de lo que hay».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razón ese chico?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lógico: no se puede usar lo que no existe.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huella no dice que gastemos más de lo que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hay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sino más de lo que se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repone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cada año.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Talamos más bosque del que crece, pescamos más peces de los que nacen y el CO₂ se acumula en el aire.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 puede gastar más de lo que se repone durante un tiempo, como con unos ahorros. Pero no para siempre.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huella ecológica mide cuánta naturaleza hace falta para lo que consumimos.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biocapacidad es lo que el planeta regenera cada año; hoy gastamos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cifras de la huella son estimaciones: buenas pistas, no números exactos.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la huella ecológica y el Día de la Sobrecapacidad de la Tierra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imágenes la idea de gastar más de lo que el planeta repone cada año.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