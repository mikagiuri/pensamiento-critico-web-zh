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69 · UNIDAD 13 · MI HUELLA EN EL PLANETA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Greenwashing y responsabilidad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El greenwashing pinta de verde lo que no lo es; y para reducir la huella cuentan los gestos de cada uno y las decisiones colectivas.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muchos alimentos, el ______ en camión o barco pesa poco en la huella.  (sesión 68)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comparar la huella de dos países miro la cifra total y la cifra por ______.  (sesión 68)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Cambiar según la última persona que ha hablado es ir como una ______.  (sesión 57)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muchos alimentos, el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transporte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en camión o barco pesa poco en la huella.  (sesión 68)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comparar la huella de dos países miro la cifra total y la cifra por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persona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68)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Cambiar según la última persona que ha hablado es ir como una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veleta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57)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Una botella de agua con hojas verdes en la etiqueta y una palabra grande: «ECO». (Ejemplo inventado.)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te dice la etiqueta? ¿Y qué no te dice?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Anuncios verdes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ANUNCIOS VERDES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Greenwashing («lavado verde»)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publicidad que presenta como ecológico algo que no lo es, o que lo es mucho menos de lo que dice.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Del inglés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green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(verde) y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washing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(lavado)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Como el clickbait: promete más de lo que hay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2024, la UE aprobó una norma contra frases verdes sin pruebas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ANUNCIOS VERDES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Señales de greenwashing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Son pistas, no pruebas (como en la sesión 31).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Palabras vagas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sin datos: «eco», «natural», «verde», «sostenible»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Dibujos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 hojas, árboles o planetas que no dicen nada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Presumir 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una cosa pequeña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y callar la grande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Sellos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inventados por la propia marca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Presumir de algo que ya 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obligatorio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por ley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ANUNCIOS VERDES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Reducir, reutilizar, reciclar: en este orden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Paso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1 ·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Reducir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Usar o comprar menos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No comprar la botella: llevar cantimplora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2 ·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Reutilizar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Usar otra vez o reparar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Arreglar la bici; ropa de segunda mano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3 ·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Reciclar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Convertir lo usado en material nuevo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El envase, al contenedor amarillo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 botella ECO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La botella del principio: hojas verdes y «ECO» en grande. En letra pequeña: «Botella 100 % reciclable».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me piden creer? Que comprarla es bueno para el planeta.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dato dan? Que es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reciclable</a:t>
            </a:r>
            <a:r>
              <a:rPr sz="2400" b="0">
                <a:solidFill>
                  <a:srgbClr val="1F2A44"/>
                </a:solidFill>
                <a:latin typeface="Nunito Sans"/>
              </a:rPr>
              <a:t>: se puede reciclar. No dice cuántas se reciclan de verdad.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calla? Que sigue siendo una botella de usar y tirar. Lo primero sería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reducir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palabra vaga, dibujo verde y un dato pequeño son señales de greenwashing. Pido datos antes de creerla.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¿Quién lo dice y qué gana?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Hacia 2004, la petrolera BP hizo una gran campaña con una calculadora para que cada persona midiera su huella de carbono.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¿Quién lo dice? Una empresa que vende petróleo.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gana? Según sus críticos, que miremos los gestos de cada persona más que la energía que vende ella.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¿Eso hace falsa la huella personal? No: rechazar una idea por quién la dice es un ataque a la persona (sesión 14).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huella personal es útil, pero no es toda la historia. Miro también a empresas y gobiernos.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Lo que hago yo y lo que decidimos juntos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LO QUE HAGO YO Y LO QUE DECIDIMOS JUNTOS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Dónde pesa la huella que puedo cambiar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Transporte: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andar, bici, transporte público. Es de lo que más cuenta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Comida: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menos carne y ultraprocesados; no tirar comida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Consumo: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comprar menos y mejor, reparar, segunda mano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Energía y agua: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apagar lo que no usas, duchas cortas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LO QUE HAGO YO Y LO QUE DECIDIMOS JUNTOS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¿Lo que hago yo o lo que decidimos juntos?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Falso dilema (sesión 20)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«Solo cuenta lo que hago yo»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«Lo que hago yo no sirve de nada»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«O cambio yo o cambian los gobiernos»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Mejor así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Cuentan los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gestos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 cada uno: transporte, comida, compras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Cuentan las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decisiones colectivas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: energía, ciudades, leyes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cosa empuja a la otra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3 · LO QUE HAGO YO Y LO QUE DECIDIMOS JUNTOS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Las bolsas de tela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tiene 15 bolsas de tela con dibujos de hojas: se las regalan en cada tienda. Las usa una vez y las guarda. «Soy muy ecológica», dice.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tela es mejor que el plástico, ¿no?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la bolsa de plástico de usar y tirar tiene mala fama.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fabricar una bolsa de algodón gasta mucha agua, tierra y energía.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Solo compensa si la usas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muchas veces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 Quince bolsas usadas una vez: mucha huella para casi nada.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cuenta el material «verde», sino cuánto lo usas. Reducir va primero.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greenwashing presenta como ecológico algo que no lo es: pide datos, no hojas verdes.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Con los residuos, primero reducir, luego reutilizar y, al final, reciclar.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Cuentan los gestos de cada uno y las decisiones colectivas: no hay que elegir solo una.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Qué es el greenwashing, con ejemplos de publicidad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más anuncios verdes y practicar a buscar el dato que falta.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