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70 · UNIDAD 14 · DECIDIR Y DEFENDER MIS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¿Lo necesito o lo quiero?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necesidad nos hace falta para vivir bien; un deseo, no. La publicidad disfraza deseos de necesidades, y una compra arrastra a otra.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______ es publicidad que presenta como ecológico algo que no lo es.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una botella sea ______ no significa que se recicle de verdad.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un objetivo ______ acercó a los dos grupos enfrentados.  (sesión 65)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greenwashing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publicidad que presenta como ecológico algo que no lo es.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una botella sea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reciclable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significa que se recicle de verdad.  (sesión 69)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campamento de Sherif, un objetivo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común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acercó a los dos grupos enfrentados.  (sesión 65)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 dice: «Necesito las zapatillas nuevas que salen en TikTok». Las suyas tienen tres meses y están bien.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¿Las necesita… o las quiere?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Necesitar y desear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NECESITAR Y DESEAR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Necesidad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necesidad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algo que nos hace falta para vivir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Comer, dormir, abrigarse, tener una casa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Aprender, tener amigos, sentirse seguro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falta, vivo peor de verdad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NECESITAR Y DESEAR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Deseo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deseo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algo que quiero, pero sin lo que podría vivir igual de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tercera sudadera de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móvil del año, cuando el mío funciona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Desear no es malo: todos deseamos cosas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clave: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pasa si no lo tengo?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NECESITAR Y DESEAR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disfraces: el deseo parece necesidad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te dice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Publicidad aspiracional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«Compra esto y serás como quieres ser»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«Con este perfume, todos querrán estar contigo»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FOMO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(en inglés, «miedo a perderse algo»)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lo tienen: no te quedes fuera»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«Medio instituto ya tiene el juego nuevo»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anuncio de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entra en clase con zapatillas nuevas y todos le miran. Texto: «Sé el que todos miran. Ya las tiene medio instituto».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«Sé el que todos miran»: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publicidad aspiracional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Te vende cómo serás, no las zapatillas.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«Ya las tiene medio instituto»: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FOMO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Te da miedo quedarte fuera, como la pertenencia (sesión 50).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pasa si no las compro? Mis zapatillas siguen sirviendo.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deseo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anuncio disfraza un deseo de necesidad. Quererlas no es malo, pero sé qué estoy comprando.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¿Otro deseo disfrazado?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se cae de la bici y su móvil se rompe: no enciende. Lo usa para hablar con su familia cuando vuelve tarde de entrenar.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«Necesito otro móvil.» ¿Otro deseo disfrazado de necesidad?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lo de siempre: «lo necesito» suele ser «lo quiero».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hago la pregunta clave: ¿qué pasa si no lo tengo? No puede avisar a su familia.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hay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necesidad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real: un móvil que funcione. Otra cosa es si necesita el más caro.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todo «lo necesito» es un truco. Hay que mirar cada caso, no poner la etiqueta sin pensar.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Una compra arrastra a otra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COMPRA ARRASTRA A 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bata de Diderot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Siglo XVIII. Al filósofo francés Denis Diderot le regalan una bata nueva, muy elegante. Lo cuenta en un ensayo corto: «Lamentos por mi vieja bata».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la bata nueva, su vieja silla de paja le parece fea. La cambia por un sillón de cuero.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Luego cambia la mesa, las cortinas, los cuadros… Todo el despacho tiene que «pegar» con la bata.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Acaba más pobre y no más feliz. Escribe: «Era el dueño de mi vieja bata; me he vuelto esclavo de la nueva».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compra puede arrastrar a otra. Hoy lo llamamos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efecto Diderot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COMPRA ARRASTRA A 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palillos de marfil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cuento tradicional chino. Un rey se hace unos palillos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marfil</a:t>
            </a:r>
            <a:r>
              <a:rPr sz="2600" b="1">
                <a:solidFill>
                  <a:srgbClr val="1F2A44"/>
                </a:solidFill>
                <a:latin typeface="Nunito Sans"/>
              </a:rPr>
              <a:t> (material carísimo de los colmillos de elefante). Su consejero, al verlos, se preocupa.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«Con palillos de marfil, no querrá cuencos de barro: querrá cuencos de jade», una piedra preciosa.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«Con cuencos de jade, querrá comida de lujo. Después, ropa de seda y palacios.»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cosa de lujo pide otra que esté a su altura. Es una escalera.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la misma escalera que la de Diderot. El primer escalón parece pequeño.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COMPRA ARRASTRA A OTRA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efecto Diderot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Una compra nos lleva a desear otras que «peguen» con ella: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Móvil nuevo → funda, auriculares, reloj a juego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Consola nueva → otro mando, más juegos, silla gamer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Camiseta del Athletic → pantalón, bufanda, medias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Freno: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quiero por sí mismo, o solo para que «pegue»?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necesidad nos hace falta para vivir bien; un deseo, no. Desear no es malo.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 aspiracional y el FOMO disfrazan deseos de necesidades.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compra arrastra a otra: es el efecto Diderot, como en el cuento de los palillos de marfil.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Diderot y la diferencia entre necesidades y deseos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vez la historia de la bata y ver ejemplos actuales de compras que arrastran otras compras.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