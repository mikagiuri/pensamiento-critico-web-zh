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72 · UNIDAD 15 · ¿QUIÉN SOY?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¿Qué es la identidad?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La identidad es lo que nos hace ser quienes somos; la forman factores internos y externos, elegidos y no elegidos, y ninguna etiqueta la resume.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Para defender una opinión, primero digo mi ______ clara, en una frase.  (sesión 71)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Tener en cuenta la objeción distingue argumentar de ______.  (sesión 71)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huella ecológica se mide en hectáreas ______.  (sesión 67)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Para defender una opinión, primero digo mi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conclusión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clara, en una frase.  (sesión 71)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Tener en cuenta la objeción distingue argumentar de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repetir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71)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huella ecológica se mide en hectáreas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globales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67)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Tu perfil de una red social tiene sitio para una foto y una frase corta. Tienes que resumir en ella quién eres.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¿Qué pondrías? ¿Y qué se quedaría fuera?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Qué nos define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QUÉ NOS DEFINE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Identidad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Es lo que hace que seas quien eres y te distingas de los demás. También cómo te ves y cómo te ven.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Viene del latín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idem</a:t>
            </a:r>
            <a:r>
              <a:rPr sz="2800" b="0">
                <a:solidFill>
                  <a:srgbClr val="1F2A44"/>
                </a:solidFill>
                <a:latin typeface="Nunito Sans"/>
              </a:rPr>
              <a:t>: «lo mismo»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Tiene una parte que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sigue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y otra que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cambia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Nadie tiene una identidad igual a la de otro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QUÉ NOS DEFINE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Factores que nos definen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3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6000"/>
                <a:gridCol w="5456000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Factor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Ejemplos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Físicos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El cuerpo, la altura, la voz, el pelo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Contexto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Familia, lugar, lengua, la época en que vives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Habilidades</a:t>
                      </a:r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 y </a:t>
                      </a:r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gustos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Dibujar, jugar al fútbol, la música que escuchas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Personalidad</a:t>
                      </a:r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 y </a:t>
                      </a:r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valores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Tímido o abierto; lo que te parece justo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QUÉ NOS DEFINE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Factores internos y externos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6000"/>
                <a:gridCol w="5456000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Factores internos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Factores externos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Están </a:t>
                      </a:r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dentro</a:t>
                      </a:r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 de ti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Vienen de </a:t>
                      </a:r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fuera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Personalidad, gustos, valores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Familia, lugar donde nacimos, lengua, época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Los vas formando tú, en parte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Te llegan, en gran parte, sin elegirlos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QUÉ NOS DEFINE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Lo que elegimos y lo que 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650000"/>
            <a:ext cx="10912000" cy="4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No elegimos: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la familia, el cuerpo, el lugar donde nacimos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Elegimos en parte: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amigos, aficiones, cómo tratamos a los demás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Casi todo es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mezcla</a:t>
            </a:r>
            <a:r>
              <a:rPr sz="2800" b="0">
                <a:solidFill>
                  <a:srgbClr val="1F2A44"/>
                </a:solidFill>
                <a:latin typeface="Nunito Sans"/>
              </a:rPr>
              <a:t>: lo que nos toca y lo que hacemos con ello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Casos resueltos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La ficha de Naiara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Naiara escribe en una ficha: «13 años. Bilbao. Toco la trikitixa. Me encanta leer. Soy tímida.» ¿Qué factores de su identidad aparecen? (Ejemplo inventado.)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«13 años» y «Bilbao»: contexto. Son factores externos: no los ha elegido.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«Toco la trikitixa» y «me encanta leer»: una habilidad y un gusto.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«Soy tímida»: personalidad, un factor interno.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cinco datos dan pistas sobre Naiara, pero ella es mucho más que su ficha.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«Soy malo en mates»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Iker suspende un examen de mates. Esa tarde dice: «Soy malo en mates. Yo soy así y no voy a cambiar».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¿Cómo lo sabes? Iker solo tiene un examen.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Es una generalización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apresurada</a:t>
            </a:r>
            <a:r>
              <a:rPr sz="2400" b="0">
                <a:solidFill>
                  <a:srgbClr val="1F2A44"/>
                </a:solidFill>
                <a:latin typeface="Nunito Sans"/>
              </a:rPr>
              <a:t> (sesión 19): de un caso pasa a «siempre».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Además, las habilidades se entrenan: no son una marca fija.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«He suspendido este examen» es un hecho. «Soy malo en mates» es una etiqueta que se pone él mismo.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3 · El gracioso de la clase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En clase todos llaman a Dylan «el gracioso». Un día llega serio y callado. Le dicen: «¿Qué te pasa? Tú no eres así».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Una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etiqueta</a:t>
            </a:r>
            <a:r>
              <a:rPr sz="2400" b="0">
                <a:solidFill>
                  <a:srgbClr val="1F2A44"/>
                </a:solidFill>
                <a:latin typeface="Nunito Sans"/>
              </a:rPr>
              <a:t> es una palabra que resume a alguien y deja fuera casi todo.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Pasa como en el efecto halo (sesión 45): un rasgo tapa todo lo demás.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Dylan también puede estar triste, tener miedo o hablar en serio.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el «yo» no es una etiqueta. Una persona es muchas cosas a la vez.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Lo he elegido yo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Leire dice: «Mi música favorita la he elegido yo, libremente. Nadie me ha influido».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¿Sus gustos son del todo elegidos por ella?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Parece que sí: nadie la obliga a escuchar nada.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esa música la ha oído en casa, en su cuadrilla y en lo que le enseña el algoritmo (sesión 53).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Eso no la hace falsa: sigue siendo su gusto, y ella decide qué hace con él.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casi nada es elegido del todo ni impuesto del todo. Casi todo es mezcla.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La identidad es lo que hace que seas quien eres y te distingas de los demás.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Nos definen factores internos, como la personalidad, y externos, como la familia o el lugar.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Casi todo es mezcla de lo que nos toca y lo que elegimos; nadie es una etiqueta.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Qué es la identidad personal y qué factores la forman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Ver con otros ejemplos que la identidad tiene muchas piezas, unas elegidas y otras no.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