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74 · UNIDAD 15 · ¿QUIÉN SOY?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Cambiamos al crecer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identidad cambia al crecer; una teoría, la de Kohlberg, describe cómo cambia nuestra forma de razonar sobre el bien y el 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Según Amin Maalouf, cada persona tiene muchas ______ a la vez.  (sesión 73)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«o pertenezco a un grupo o trato bien a los de fuera» es un falso ______.  (sesión 73)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reducir la huella cuentan los gestos de cada uno y las decisiones ______.  (sesión 69)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Según Amin Maalouf, cada persona tiene muchas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pertenencias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 la vez.  (sesión 73)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«o pertenezco a un grupo o trato bien a los de fuera» es un falso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dilema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73)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reducir la huella cuentan los gestos de cada uno y las decisiones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colectivas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69)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Piensa en ti con seis años: tus gustos, tus miedos, tus amigos, tu forma de pensar. Casi todo era distinto.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¿Sigues siendo la misma persona? ¿Qué ha cambiado y qué no?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Crecer es cambiar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CRECER ES CAMBIAR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formas de cambiar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1F2A44"/>
                </a:solidFill>
                <a:latin typeface="Nunito Sans"/>
              </a:rPr>
              <a:t>Cognitivo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lo que tiene que ver con pensar y aprender.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Físico: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cuerpo crece y cambia, sobre todo en la adolescencia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Cognitivo: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pensamos mejor sobre ideas, no solo sobre cosas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Personal: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cambian los gustos, los amigos, la forma de ser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Moral: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cambia cómo razonamos sobre el bien y el mal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CRECER ES CAMBIAR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Lawrence Kohlberg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Psicólogo estadounidense. Estudió cómo razonan niños y jóvenes ante un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dilema moral</a:t>
            </a:r>
            <a:r>
              <a:rPr sz="2800" b="1">
                <a:solidFill>
                  <a:srgbClr val="1F2A44"/>
                </a:solidFill>
                <a:latin typeface="Nunito Sans"/>
              </a:rPr>
              <a:t>: un problema con razones para dos respuestas.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 dilema más famoso: el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Heinz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Le importaban las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no la respuesta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Propuso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tres niveles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con dos etapas cada uno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CRECER ES CAMBIAR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Los tres niveles de Kohlberg (una teoría)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Nivel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Está bien lo que…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No copio porque…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Preconvencional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evita el castigo o da un premio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si me pillan, me suspenden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2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Convencional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marcan las normas y esperan los demás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 la norma y la profe confía en mí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 · 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Posconvencional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respeta principios, como la justicia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sería injusto aunque ninguna norma lo prohibiera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«Ya no eres tú»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Omar ha dejado el fútbol por el dibujo y ahora va con otra cuadrilla. Un amigo le dice: «Has cambiado. Ya no eres tú».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verdad que Omar ha cambiado: gustos y amigos.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cambiar al crecer es normal: la identidad no es fija.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Algo sigue: su historia, su familia, sus recuerdos, muchos de sus valores.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cambiar no es dejar de ser uno mismo. La identidad cambia y, a la vez, continúa.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El dilema de Heinz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mujer de Heinz se muere. Un farmacéutico tiene la medicina, pero pide mucho más dinero del que Heinz puede reunir. Heinz la roba. ¿Hizo bien?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Nivel 1: «No debe robar, porque lo meterán en la cárcel».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Nivel 2: «No debe robar: la ley es para todos. Si cada uno se la salta, no hay orden».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Nivel 3: «Debe robar: una vida vale más que el dinero del farmacéutico».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Kohlberg no mira si dices «sí» o «no», sino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por qué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lo dices.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La respuesta más noble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Ante el dilema de Heinz, Aitor responde que Heinz debe robar la medicina. Naiara responde que no debe robarla.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¿Aitor, que quiere salvar una vida, razona en un nivel más alto?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salvar una vida suena más noble.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Aitor explica: «Debe robar, porque si ella muere, él se queda solo». Solo mira lo que le conviene: nivel 1.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Naiara explica: «No, porque la ley es igual para todos». Piensa en las normas: nivel 2.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nivel no se ve en la respuesta, sino en las razones. Hay que preguntar «¿por qué?».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Una teoría con límites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UNA TEORÍA CON LÍMITES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Límites de la teoría de Kohlberg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Es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una teoría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una explicación con pruebas, no una verdad cerrada.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Mide cómo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razonamos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, no siempre cómo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actuamos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Según Kohlberg, muchos adultos no llegan al nivel 3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Al principio estudió solo a chicos, y de un solo país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Otros críticos dicen que refleja sobre todo valores occidentales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UNA TEORÍA CON LÍMITES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 ética del cuidado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Razonar sobre el bien fijándose en las relaciones y en cuidar a las personas concretas, no solo en normas y principios.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propuso la psicóloga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Carol Gilligan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1982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Criticó que Kohlberg estudiara al principio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solo a chicos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Estudios posteriores: las diferencias entre chicos y chicas son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pequeñas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Muchos ven hoy la justicia y el cuidado como complementarios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identidad cambia al crecer, pero algo continúa: cambiar no es dejar de ser uno mismo.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Kohlberg propuso tres niveles: evitar el castigo, seguir las normas y actuar por principios.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 una teoría con críticas; Carol Gilligan añadió la ética del cuidado.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dilema de Heinz y los niveles del desarrollo moral de Kohlberg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el dilema contado de otra forma y repasar los tres niveles con nuevos ejemplos.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