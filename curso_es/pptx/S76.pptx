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76 · UNIDAD 16 · EMOCIONES Y CONFLICTOS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El conflicto no es una pelea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conflicto es un choque de intereses o necesidades; se puede afrontar de varias maneras, y ayuda distinguir lo que pido de lo que necesito.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la emoción es fuerte: nombrar, ______ y preguntar.  (sesión 75)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miedo nos avisa de que puede haber un ______.  (sesión 75)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razón de mi argumento tiene que ser verdad, venir a cuento y ser ______.  (sesión 71)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la emoción es fuerte: nombrar,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esperar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preguntar.  (sesión 75)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miedo nos avisa de que puede haber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peligro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razón de mi argumento tiene que ser verdad, venir a cuento y ser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suficiente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y su hermano quieren el ordenador de casa a la misma hora. Cada uno grita: «¡Lo pedí yo primero!». Nadie cede.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quiere de verdad cada uno? ¿Hay alguna salida en la que ganen los dos?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 conflicto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CONFLICTO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Conflicto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 choque entre personas que quieren o necesitan cosas que, en ese momento, parecen incompatibles.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normal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aparece en cualquier grupo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lo mismo que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pelea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pelea es una mala forma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afrontarlo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CONFLICTO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Tipos de conflicto según lo que choca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choca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recursos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Hay una cosa y la quieren 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ordenador, el mando, el balón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necesidades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Uno necesita algo que molesta al otro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Estudiar en silencio y escuchar música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ideas o valores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Piensan distinto sobre lo importante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Qué es justo en un reparto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Malentendido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Uno entiende mal lo que el otro dijo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mensaje leído con otro tono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CONFLICTO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Cinco actitudes ante un conflicto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Es un modelo conocido, de Thomas y Kilmann (1974). No es una ley: sirve para pensar.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Evitar: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hago como si no pasara nada.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Ceder: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dejo que el otro consiga lo suyo.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Competir: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intento ganar yo, aunque el otro pierda.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Pactar: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cada uno renuncia a una parte.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Colaborar: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buscamos juntos una salida buena para los 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CONFLICTO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Postura e interés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postura es lo que pido. El interés es lo que necesito de verdad, la razón por la que lo pido.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posturas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chocan más que los intereses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clave: «¿Para qué lo quieres?»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Idea de Roger Fisher y William Ury (Harvard, 1981)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ordenador de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Postura de la chica: «Quiero el ordenador ya». Postura de su hermano: «Lo quiero yo». Su madre les pregunta a cada uno: «¿Para qué lo necesitas?».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Interés de la chica: entregar un trabajo antes de las 20:00.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Interés de su hermano: jugar online con su cuadrilla, que queda a las 21:00.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posturas chocaban; los intereses, no: caben los dos en la tarde.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chica lo usa hasta las 20:00 y su hermano después. Mirar el interés permite colaborar.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asiento del autobús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Excursión a Urdaibai. Un chico quiere ir en la ventanilla. A una compañera le da igual, pero él se marea si no mira fuera.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actitud tiene sentido para la compañera? Ceder.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ceder? A ella casi no le importa y a él le importa mucho.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Ceder no es perder: es elegir bien cuando el tema es pequeño para ti.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ninguna actitud es siempre la buena. La buena depende de cuánto le importa a cada uno.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cuadrilla perfecta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presume: «En mi cuadrilla nunca hay conflictos». Pero una del grupo siempre cede, y otro se calla cuando algo no le gusta.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nunca discuten, ¿es una cuadrilla sin conflictos?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hay gritos ni peleas.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una siempre cede y otro siempre evita. Los conflictos están, solo que escondidos.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 conflicto escondido no desaparece: puede crecer, como en el pensamiento de grupo (sesión 66).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no haya peleas no significa que no haya conflictos. A veces falta alguien que diga «no».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conflicto es un choque de intereses o necesidades; es normal y no es una pelea.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Hay cinco actitudes: evitar, ceder, competir, pactar y colaborar; ninguna vale siempre.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postura es lo que pido; el interés, lo que necesito. Preguntar «¿para qué?» ayuda.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Estilos para afrontar un conflicto y la diferencia entre posturas e intereses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otros ejemplos de las cinco actitudes y de cómo buscar el interés detrás de la postura.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