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77 · UNIDAD 16 · EMOCIONES Y CONFLICTOS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Conflictos en las redes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En las redes los conflictos crecen más porque no hay cara y todo queda guardado y a la vista; allí también hay derechos y deberes.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un choque entre personas que quieren cosas que parecen incompatibles.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 es buscar juntos una salida buena para los dos.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 es trabajar juntos hacia un objetivo común: si a uno le va bien, les va bien a todos.  (sesión 65)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conflicto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 choque entre personas que quieren cosas que parecen incompatibles.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Colaborar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buscar juntos una salida buena para los dos.  (sesión 76)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Cooperar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trabajar juntos hacia un objetivo común: si a uno le va bien, les va bien a todos.  (sesión 65)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Alguien hace una captura de un audio privado de Maialen y la sube al grupo de clase. En diez minutos la han visto sesenta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esto hace más daño que si se lo hubiera dicho a una sola persona?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en las redes se escala más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razones por las que un conflicto crece en las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Escalar = hacerse cada vez más grande.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cara: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ves si el otro se ríe o llora. Falta el tono.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Anonimato: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detrás de una cuenta falsa, algunos se atreven a más.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Captura: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todo queda guardado y se puede reenviar, recortar o sacar de contexto.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Público: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ve mucha gente, y cada «me gusta» anima a seguir.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Ciberacoso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hacer daño a alguien a propósito y de forma repetida usando el móvil, las redes o los videojuegos.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Intención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hacer daño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Repetición: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publicación puede dañar una y otra vez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Desequilibrio: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víctima no puede defenderse fácilmente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Derechos y deberes en las redes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Tengo derecho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eso tengo el deber de…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Privacidad: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que mis mensajes privados sigan siendo privados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reenviar capturas de chats privados de otros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Propia imagen: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decidir dónde sale mi foto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Pedir permiso antes de subir fotos o vídeos de otros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Respeto: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que no me insulten ni me humillen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insultar ni humillar, aunque sea desde el anonimato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captura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Enfadada, Naiara escribe en privado a Yasmin: «Leire es una pesada». Yasmin hace una captura y la sube al grupo de clase.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Naiara escribió en caliente (sesión 75), pero en privado.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Yasmin ha roto la privacidad de Naiara: el mensaje era para ella sola.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lo lee toda la clase, Leire incluida. Sin cara, sin tono y guardado: el conflicto crece.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quien reenvía también es responsable. Reenviar no es neutral.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cuenta sin nombre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cuenta sin foto ni nombre comenta cada foto de Omar: «Qué pintas», «Nadie te aguanta». Lleva así tres semanas.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¿Intención de hacer daño? Sí: los comentarios buscan humillar.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¿Repetición? Sí: tres semanas. ¿Desequilibrio? Sí: Omar no sabe quién 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ciberacoso. Omar no debe contestar en caliente: guarda capturas, bloquea y lo denuncia.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ciberacoso no se aguanta solo. Hay que contárselo a un adulto de confianza.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Dylan graba a Chen tropezando en el patio, le pone música graciosa y lo sube. Muchos se ríen. Dylan dice: «Solo era una broma».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Dylan lo hizo de broma, ¿no pasa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Dylan no quería hacer daño y la gente se ríe.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¿se ríe Chen? ¿Dio permiso? Su imagen es suya.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broma lo es si se ríen todos, también quien sale. Si no, es reírse de alguien.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intención no borra el daño. Sin permiso, subir el vídeo no respeta a Chen.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Si te pasa o lo 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SI TE PASA O LO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hacer ante un conflicto en las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contestar en caliente: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nombrar, esperar y preguntar.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reenviar: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no lo difundes, dejas de hacerlo crecer.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Guardar pruebas,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bloquear y denunciar en la propia aplicación.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Contarlo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un adulto de confianza. También existe el teléfono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017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(INCIBE), gratuito.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las redes los conflictos crecen: sin cara, anonimato, todo queda guardado y lo ve mucha gente.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ciberacoso es hacer daño a propósito y de forma repetida con la tecnología.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Tu imagen y tus mensajes privados son tuyos; los de los demás, también.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ciberacoso y qué hacer si lo sufres o lo 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casos distintos a los de clase y sepan a quién pedir ayuda.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