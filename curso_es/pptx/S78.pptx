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78 · UNIDAD 17 · AMISTAD, AMOR Y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amigo?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Aristóteles distingue amistades por utilidad, por placer y por virtud; un buen amigo quiere tu bien, aunque a veces eso sea decir que 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puede reenviarse, recortarse o sacarse de contexto.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subir fotos o vídeos de otros hay que pedir ______.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______ es lo que te hace único: tu historia, tu forma de ser, tus gustos.  (sesión 73)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captura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puede reenviarse, recortarse o sacarse de contexto.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subir fotos o vídeos de otros hay que pedir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permiso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individual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te hace único: tu historia, tu forma de ser, tus gustos.  (sesión 73)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tiene 600 seguidores en Instagram y un grupo de WhatsApp con 30 personas de la cuadrilla.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de ellos son amigos de verdad? ¿Cómo lo sabes?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tipos de amistad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Sin amigos nadie querría vivir, aunque tuviera todos los demás bienes.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Aristóteles, «Ética a Nicómaco», libro VIII (siglo IV a. C.)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Amistad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Para Aristóteles,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amistad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quererse bien de forma mutua y saberlo: cada uno desea el bien del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mutua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si solo quiere uno, no es amistad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dos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saben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es un cariño escondido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Aristóteles fue un filósofo griego, alumno de Platón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tres tipos de amistad (Aristóteles)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quiero del otro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¿Cuánto dura?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utilidad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me sirva: me ayuda, me presta, me conviene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acaba cuando deja de servir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placer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Pasarlo bien: es divertido, compartimos aficiones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acaba cuando deja de divertir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Por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virtud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(por la persona misma)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 la persona: quiero su bien por ella misma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Dura mucho, pero es rara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AMISTAD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añade Aristóteles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amistades por utilidad y por placer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son falsas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son más frágiles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Según él, los jóvenes suelen hacer amistades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y cambian a menudo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también es útil y agradable, pero no depende de eso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Necesita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trato: no se hace en una semana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Tres amistades distintas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se sienta con un compañero porque le deja los apuntes. Con otro juega al Fortnite. Con una amiga habla de todo desde primaria.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primero: le sirve para los apuntes. Amistad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utilidad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segundo: lo pasan bien jugando. Amistad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amiga: se quieren por cómo son, desde hace años. Se parece a la amistad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las tres son amistades. Pero si se acaban los apuntes o el juego, puede acabarse la amistad.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presión del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cuadrilla de una chica se ríe en el grupo de un árbitro que se equivocó. Ella no quiere, pero piensa: «Si no me río, me dejan fuera».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presión del grupo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hacer algo para no quedarte fuera, como en el experimento de Asch (sesión 29).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útil: ¿me quieren a mí, o solo que haga lo que hace el grupo?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el experimento de Asch, con un solo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aliado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casi todos resistían. Un «no» ayuda a otros a decirlo.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amigo de verdad no te pide hacer daño a alguien para seguir siendo tu amigo.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«Si eres mi amigo, me cubres»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que un amigo le diga a su madre que ayer estudiaron juntos. En realidad, se fue al Casco Viejo. «Si eres mi amigo, me cubres».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el amigo dice que no, ¿es un mal amigo?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un amigo te apoya y te cubre.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en la amistad por virtud quiero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del otro, no darle todo lo que pide.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Mentir por él puede meterle en líos mayores. Aristóteles añade que los buenos amigos no se piden cosas malas.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decir «no» a algo que no está bien también puede ser cuidar al amigo.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Aristóteles, la amistad es quererse bien de forma mutua y saberlo.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amistad por utilidad, por placer y por virtud, que quiere a la persona misma.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buen amigo quiere tu bien: a veces eso significa decir que 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Los tres tipos de amistad según Aristóteles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otros ejemplos la diferencia entre amistad por utilidad, por placer y por virtud.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