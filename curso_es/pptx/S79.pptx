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PENSAMIENTO CRÍTICO · SESIÓN 79 · UNIDAD 17 · AMISTAD, AMOR Y FAMILIAS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Los mitos del amor romántico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Los mitos del amor romántico son creencias falsas o exageradas sobre el amor, como que los celos prueban amor; pueden disfrazar el control de cariño.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Escribe en tu hoja las palabras que faltan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 amistad por ______ se basa en pasarlo bien juntos.  (sesión 78)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 presión del ______ es hacer algo para no quedarte fuera.  (sesión 78)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 huella ecológica se mide en hectáreas ______.  (sesión 67)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Corrige con otro color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 amistad por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placer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se basa en pasarlo bien juntos.  (sesión 78)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 presión del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grupo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es hacer algo para no quedarte fuera.  (sesión 78)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 huella ecológica se mide en hectáreas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globales</a:t>
            </a:r>
            <a:r>
              <a:rPr sz="2600" b="0">
                <a:solidFill>
                  <a:srgbClr val="1F2A44"/>
                </a:solidFill>
                <a:latin typeface="Nunito Sans"/>
              </a:rPr>
              <a:t>.  (sesión 67)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Letra de una canción inventada: «Sin ti no soy nada. Eres mi media naranja. Te quiero tanto que me muero de celos».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¿Qué ideas sobre el amor hay en esa letra? ¿Son verdad?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Mitos, roles y control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MITOS, ROLES Y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Mito del amor romántico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Un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mito</a:t>
            </a:r>
            <a:r>
              <a:rPr sz="2800" b="1">
                <a:solidFill>
                  <a:srgbClr val="1F2A44"/>
                </a:solidFill>
                <a:latin typeface="Nunito Sans"/>
              </a:rPr>
              <a:t> del amor romántico es una creencia sobre el amor que mucha gente da por verdadera, pero es falsa o exagerada.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Lo aprendemos de películas, canciones, series y redes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Lo creemos por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costumbre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y por el grupo (sesión 5)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La idea de la «otra mitad» ya sale en «El banquete», de Platón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El psicólogo Carlos Yela los estudió y clasificó en España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MITOS, ROLES Y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Cuatro mitos y por qué fallan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3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333"/>
                <a:gridCol w="3637333"/>
                <a:gridCol w="3637334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Mito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Qué dice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Por qué falla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La </a:t>
                      </a:r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media naranja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Hay una sola persona hecha para ti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Nadie está a medias; el amor puede llegar más de una vez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Los </a:t>
                      </a:r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celos</a:t>
                      </a:r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 son amor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Si tiene celos, es que te quiere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Los celos hablan de miedo e inseguridad, no de cuánto quiere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El amor </a:t>
                      </a:r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lo puede todo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Si os queréis, todo se arregla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Querer no basta si hay faltas de respeto o daño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«Si me quiere, me enseña el </a:t>
                      </a:r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móvil</a:t>
                      </a:r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»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Quien ama no tiene secretos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Cada uno tiene derecho a su intimidad, también en pareja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MITOS, ROLES Y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Roles de género en las relaciones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1F2A44"/>
                </a:solidFill>
                <a:latin typeface="Nunito Sans"/>
              </a:rPr>
              <a:t>Ideas fijas sobre cómo «deben» ser los chicos y las chicas en pareja: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«Él protege y decide; ella espera y cede»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«Si un chico llora o pide ayuda, es débil»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Son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estereotipos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(sesión 45): no describen a las personas reales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Hay muchas formas de relación, y no tener pareja también es una opción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MITOS, ROLES Y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Control disfrazado de cariño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Es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control</a:t>
            </a:r>
            <a:r>
              <a:rPr sz="2800" b="1">
                <a:solidFill>
                  <a:srgbClr val="1F2A44"/>
                </a:solidFill>
                <a:latin typeface="Nunito Sans"/>
              </a:rPr>
              <a:t> cuando alguien vigila o limita a su pareja y lo presenta como amor o preocupación.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Pedir la ubicación o «¿con quién estás?» a todas horas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Decidir con quién quedas o qué ropa llevas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Pedir contraseñas o revisar el móvil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Enfadarse si no contestas enseguida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Casos resueltos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1 · «Mándame la ubicación»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Iker escribe a su novia Leire cada hora: «¿Dónde estás? ¿Con quién? Mándame la ubicación». Y añade: «Es porque me preocupo por ti». (Ejemplo inventado.)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¿Qué dice Iker? Que es preocupación, cariño.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¿Qué hace? Vigila dónde está Leire y con quién, a todas horas.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¿Cómo lo sé? Miro los hechos, no la etiqueta. Preocuparse alguna vez no es vigilar cada hora.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es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control</a:t>
            </a:r>
            <a:r>
              <a:rPr sz="2400" b="0">
                <a:solidFill>
                  <a:srgbClr val="1F2A44"/>
                </a:solidFill>
                <a:latin typeface="Nunito Sans"/>
              </a:rPr>
              <a:t> disfrazado de cariño. Llamarlo amor no lo convierte en amor.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2 · Sentir celos y usar los celos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Naiara ve que su novio Omar se ríe mucho con una compañera. Siente celos. (Ejemplo inventado.)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Sentir celos alguna vez es humano: es una emoción, no un delito.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Lo que Naiara haga con ellos es otra cosa: puede hablarlo con calma, o vigilar y prohibir.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El mito es creer que los celos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prueban</a:t>
            </a:r>
            <a:r>
              <a:rPr sz="2400" b="0">
                <a:solidFill>
                  <a:srgbClr val="1F2A44"/>
                </a:solidFill>
                <a:latin typeface="Nunito Sans"/>
              </a:rPr>
              <a:t> amor y dan derecho a controlar.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la emoción no se elige; lo que hago con ella, sí.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¿Control o relación sana?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5306000" cy="4400000"/>
          </a:xfrm>
          <a:prstGeom prst="rect">
            <a:avLst/>
          </a:prstGeom>
          <a:solidFill>
            <a:srgbClr val="FBE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C2531C"/>
                </a:solidFill>
                <a:latin typeface="Nunito Sans"/>
              </a:rPr>
              <a:t>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0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Los celos como prueba de amor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Revisar el móvil y pedir contraseñas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Separarte de tu cuadrilla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6000" y="1650000"/>
            <a:ext cx="5306000" cy="440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2F6FB5"/>
                </a:solidFill>
                <a:latin typeface="Nunito Sans"/>
              </a:rPr>
              <a:t>Relación sana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Respeto: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tus decisiones y tus límites cuentan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Confianza: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no hace falta vigilar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Libertad: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tienes tu vida, tus amigos y tus aficiones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No se enseñan los móviles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Yasmin y Chen llevan un año juntos. No se revisan el móvil ni se piden contraseñas. Maialen opina: «Eso es que no confían el uno en el otro».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¿Tiene razón Maialen?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Parece lógico: si no hay secretos, ¿por qué no enseñarlo?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Pero no pedir el móvil es justo lo contrario: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confianza</a:t>
            </a:r>
            <a:r>
              <a:rPr sz="2400" b="0">
                <a:solidFill>
                  <a:srgbClr val="1F2A44"/>
                </a:solidFill>
                <a:latin typeface="Nunito Sans"/>
              </a:rPr>
              <a:t>. Si confías, no necesitas comprobar.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¿Cómo lo sabe Maialen? Saca su conclusión de un dato que apunta a lo contrario. Y la intimidad es un derecho.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respetar el móvil del otro no es desconfianza; suele ser señal de una relación sana.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Escríbelo tú primero, sin mirar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Dos minutos. Después lo comparamos.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Los mitos del amor romántico son creencias falsas o exageradas sobre el amor.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Los celos no prueban amor; vigilar y controlar no es cariño.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Una relación sana se basa en respeto, confianza y libertad.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VÍDEO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FBF7EF"/>
                </a:solidFill>
                <a:latin typeface="Fredoka"/>
              </a:rPr>
              <a:t>Los mitos del amor romántico y el control en la pareja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2200000"/>
            <a:ext cx="10912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C9D3E6"/>
                </a:solidFill>
                <a:latin typeface="Nunito Sans"/>
              </a:rPr>
              <a:t>Ver más mitos en canciones y series, y separarlos de lo que es una relación sana.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minutos · individual · en silencio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1 · Todos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puntos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2 · Repaso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3 · Reto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1.ª pasada: sin apuntes, con bolígrafo. 2.ª pasada: con los apuntes, en otro color. Marca «seguro» o «dudo» en cada respuesta.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