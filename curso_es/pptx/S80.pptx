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80 · UNIDAD 17 · AMISTAD, AMOR Y FAMILIAS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Familias diversas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Hay muchos modelos de familia; lo común es el cuidado y el vínculo. Tomar la mía como «la normal» es generalizar deprisa.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Vigilar a la pareja y presentarlo como preocupación es ______ disfrazado de cariño.  (sesión 79)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ideas fijas sobre cómo deben ser los chicos y las chicas en pareja son ______.  (sesión 79)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emociones no son buenas ni malas: son agradables o ______.  (sesión 75)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Vigilar a la pareja y presentarlo como preocupación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control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disfrazado de cariño.  (sesión 79)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ideas fijas sobre cómo deben ser los chicos y las chicas en pareja son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estereotipos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emociones no son buenas ni malas: son agradables 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desagradables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libro de texto antiguo dibuja «la familia»: un padre, una madre, un niño, una niña y un perro.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¿Se parece a todas las familias que conoces? ¿Qué hace que algo sea una familia?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Modelos de familia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MODELOS DE FAMILIA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Familia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Solemos llamar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familia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a personas unidas por el cuidado y un vínculo duradero: parentesco, pareja, adopción o acogida.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Vínculo: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unión que dura en el tiempo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Cuidado: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 ocupan unos de otros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definición exacta está discutida: esta es una forma de verlo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MODELOS DE FAMILIA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Algunos modelos de familia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Nuclear: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madre y un padre con sus hijos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Monoparental: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madre o un padre solo con sus hijos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Reconstituida: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pareja con hijos de relaciones anteriores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Homoparental: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dos madres o dos padres; en España, matrimonio legal desde 2005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Y también: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extensa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(con abuelos, tíos…),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acogida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sin hijos…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MODELOS DE FAMILIA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¿Qué tienen en común?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Cuidado: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alguien se ocupa de ti: comida, salud, estudios, cariño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Vínculo: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relación que dura en el tiempo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Conflictos: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todas se discute, se negocian normas y se hacen las paces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forma cambia; lo que cuenta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cómo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 tratan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«Las familias normales»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vive con su madre y su abuela. En clase oye: «Las familias normales son padre, madre e hijos». Se siente raro.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 quien lo dice? Seguramente mira su casa y la de sus amigos.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Pocos casos y poco variados: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generalización apresurada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19).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cualquier instituto de Bilbao hay familias de muchos tipos.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familia de ese chico no es menos familia. Hay cuidado y hay vínculo.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Discutir por el baño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vive con su madre, la pareja de ella y las dos hijas de esa pareja. Discuten por el baño y por el mando de la tele.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Tipo de familia: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reconstituida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¿Discutir significa que no es una familia de verdad? No: en todas las familias hay conflictos.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importante es cómo se resuelven: hablar, normas claras y respeto.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conflicto no rompe la familia. Cuenta cómo se tratan.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Pensar sobre las familias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Generalizar deprisa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«Mi familia es la normal»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«En todas las casas se hace como en la mía»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«Las otras familias son raras»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Pensar mejor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Mi familia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una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muchas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¿Cuántos casos he mirado? (sesión 19)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 común: cuidado y vínculo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¿Normal es lo más frecuente?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la clase de un chico, la mayoría vive con su padre y su madre. Ese chico concluye: «Esa es la familia normal, y las demás no».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es la más frecuente, ¿es la normal?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lo que más se ve es lo «normal».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«normal» tiene dos sentidos: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frecuente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(lo que más hay) y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correcto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(como debe ser).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Que algo sea frecuente no dice que sea mejor. Ese chico salta de un sentido a otro sin darse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familia puede ser menos frecuente e igual de familia. Ojo con las palabras de dos sentidos.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Hay muchos modelos de familia: nuclear, monoparental, reconstituida, homoparental, extensa, de acogida…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 que tienen en común es el cuidado y un vínculo que dura.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Tomar mi familia como «la normal» es una generalización apresurada.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diversidad familiar: distintos modelos de familia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modelos de familia y lo que tienen en común.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