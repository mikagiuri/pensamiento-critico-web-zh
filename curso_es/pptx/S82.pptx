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82 · UNIDAD 18 · DIFERENTES, PERO IGUALES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La desigualdad de género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Ser diferentes no es lo mismo que ser desiguales; los datos muestran desigualdades de género, y cada diferencia pide preguntar por qué.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estereotipos nacen de ______ deprisa, como en la generalización apresurada.  (sesión 81)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______ son los roles y las expectativas que una sociedad asocia a ser hombre o mujer.  (sesión 81)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Quien ______ un mensaje dañino también es responsable.  (sesión 77)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estereotipos nacen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generalizar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deprisa, como en la generalización apresurada.  (sesión 81)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género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son los roles y las expectativas que una sociedad asocia a ser hombre o mujer.  (sesión 81)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reenvía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un mensaje dañino también es responsable.  (sesión 77)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Kevin: «Las chicas y los chicos ya son iguales. Hoy cualquiera puede estudiar lo que quiera».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tendrías que mirar para saber si tiene razón?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Diferencia y desigualdad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No es lo mismo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Palabra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Diferencia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Ser distintos en 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Leire es alta y Omar, bajito. A Iker le gusta bailar.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Desigualdad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Tener menos derechos u oportunidades por ser de un grupo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poder votar por ser mujer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Desigualdad de género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cuando hombres y mujeres no tienen los mismos derechos, oportunidades o trato solo por ser hombres o mujeres.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Diferentes, pero iguales: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derechos y en dignidad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España, las mujeres votaron por primera vez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1933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ley igual no basta: hay que mirar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vida real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Algunos datos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Datos oficiales sobre España (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y Seguridad Social):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Sueldo: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media, las mujeres cobran menos al año que los hombres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Jornada parcial: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tienen muchas más mujeres que hombres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Tiempo: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las mujeres dedican más horas a la casa y a cuidar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Cuidar a los hijos: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gran mayoría de quienes piden excedencia son mujeres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DIFERENCIA Y DESIGUALDAD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8 de marzo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Día Internacional de la Mujer. Recuerda la lucha por la igualdad de derechos entre mujeres y hombres.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Nace de las protestas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mujeres trabajadoras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principios del siglo XX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ONU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celebra oficialmente desde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1975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un día contra los hombres, sino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la igualdad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Leer bien los datos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LEER BIEN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¿Cobran menos por el mismo trabajo?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Leire lee: «Las mujeres cobran de media menos que los hombres». Concluye: «Entonces a mi madre le pagan menos que a su compañero por hacer lo mismo».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media compara 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todas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las mujeres con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todos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los hombres, no el mismo puesto (sesión 41).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Pagar distinto por el mismo trabajo está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prohibido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por ley en España. Si pasa, se puede denunciar.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diferencia de media sale de varias causas: más jornada parcial, trabajos peor pagados, parones para cuidar… y a veces discriminación.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dato es real y muestra desigualdad. Pero no dice qué pasa en un caso concreto.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LEER BIEN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diferencia pide un porqué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un instituto, 9 de cada 10 alumnos del ciclo de Informática son chicos (ejemplo inventado).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dato no se explica solo. Como en las sesiones 22 y 40: ¿cuál es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causa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¿Que a las chicas «no se les da»? Eso sería un estereotipo, sin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Otras causas posibles: pocas informáticas conocidas, comentarios en casa, miedo a ser «la única».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ante una diferencia, no saltes a la primera explicación. Pregunta por qué y busca pruebas.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LEER BIEN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Ya está explicado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Dylan: «La diferencia de sueldo es porque muchas mujeres trabajan a jornada parcial. Así que no hay ninguna desigualdad».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¿Queda todo explicado?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ha encontrado una causa real.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falta otra pregunta: ¿por qué hay muchas más mujeres que hombres a jornada parcial?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Muchas la eligen, o la aceptan, para cuidar a hijos o a mayores: el reparto de los cuidados es desigual.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encontrar una causa no cierra el tema. A veces esa causa es otra desigualdad.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Diferencia es ser distintos; desigualdad es tener menos derechos u oportunidades por ser de un grupo.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datos del INE muestran desigualdades de género en el sueldo y en los cuidados.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diferencia en los datos no se explica sola: hay que preguntar por qué.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origen del 8 de marzo y la brecha salarial explicada de forma sencilla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de dónde viene el 8 de marzo y que la diferencia de sueldo tiene varias causas.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