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83 · UNIDAD 18 · DIFERENTES, PERO IGUALES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Diversidad y respeto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personas son diversas en su orientación y su identidad; respetar es no burlarse ni excluir, y en las relaciones solo sí es sí.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una diferencia en los datos, no hay que saltar a la primera explicación: hay que preguntar ______.  (sesión 82)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Según el INE, de media las mujeres cobran ______ al año que los hombres.  (sesión 82)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el principio de caridad, respondo a la objeción más ______, no a una deformada.  (sesión 71)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una diferencia en los datos, no hay que saltar a la primera explicación: hay que preguntar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por qué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82)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Según el INE, de media las mujeres cobran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menos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al año que los hombres.  (sesión 82)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el principio de caridad, respondo a la objeción más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fuerte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a una deformada.  (sesión 71)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el vestuario, después de fallar un pase, alguien grita: «¡Qué gay eres!». Todos se ríen.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funciona esa frase como insulto? ¿Qué dice sin decirlo?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Palabras claras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PALABRAS CLARAS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Orientación sexual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hacia quién siente una persona atracción y amor.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Heterosexual: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hacia personas del otro sexo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Homosexual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(gay o lesbiana): hacia personas del mismo sexo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Bisexual: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hacia personas de más de un sexo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se elige como un gusto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es una enfermedad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PALABRAS CLARAS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Identidad de género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cómo se siente y se reconoce una persona: hombre, mujer u otra 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Persona cis: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 identidad coincide con el sexo asignado al nacer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Persona trans: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 identidad no coincide con el sexo asignado al nacer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Orientación e identidad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cosas distintas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PALABRAS CLARAS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Consentimiento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estar de acuerdo con algo de forma libre y clara. En las relaciones,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 sí es sí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Callarse o no decir «no»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un sí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Con presión, miedo o engaño no hay acuerdo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libre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puede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cambiar de opinión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 cualquier momento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Vale para un beso, un abrazo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foto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PALABRAS CLARAS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foto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le envió una foto privada a un chico cuando salían juntos. Ahora lo han dejado y él quiere reenviarla al grupo de la cuadrilla.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¿Dio ella permiso para que la vieran otros? No: la envió solo a él.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consentimiento es para una cosa concreta. Enviar una foto no es aceptar que se reenvíe.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difundir imágenes privadas sin permiso puede ser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delito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en España.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un sí claro de ella, no se reenvía. Y ella puede cambiar de opinión.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Respeto frente a burla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RESPETO FRENTE A BURLA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LGTBIfobia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rechazo, la burla o la agresión a alguien por su orientación o su identidad de género.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LGTBI: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lesbianas, gais, trans, bisexuales e intersexuales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Intersexual: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cuerpo no del todo típico de hombre ni de mujer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una forma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exclusión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dejar a alguien fuera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vimos en la sesión 66: 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» frente a 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ellos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RESPETO FRENTE A BURLA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Burla y respeto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Burla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Usar «gay» como insulto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Reírse de cómo viste o habla alguien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Adivinar y contar la orientación de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era una broma»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Respeto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Llamar a cada persona por el nombre que pide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Tratar a todos igual en el grupo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que cada uno cuente lo suyo, si quiere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reírse con quien se burla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RESPETO FRENTE A BURLA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«Solo era una broma»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vestuario, alguien le grita «¡Qué gay eres!» a un chico por fallar un pase. Luego dice que solo era una broma.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frase sin decirlo? Que ser gay es algo malo, algo de lo que reírse.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quién hace daño? A ese chico y a cualquier persona gay que lo oiga, aunque calle.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Que todos se rían no lo hace bueno: recuerda «todo el mundo lo hace» (sesión 28).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broma que usa a un grupo como insulto es una burla. Y deja a ese grupo fuera.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RESPETO FRENTE A BURLA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Se nota por fuera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ve un vídeo de un cantante con las uñas pintadas y comenta: «Se nota que es gay».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puede saber así?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una pista: «los chicos no se pintan las uñas».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eso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rol de género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(sesión 81). Y el rol no dice nada de la orientación.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orientación es hacia quién siente atracción alguien. No se ve en la ropa ni en las uñas: ¿cómo lo sabes?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orientación no se adivina por la apariencia. Y además es asunto de cada persona.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orientación es hacia quién sientes atracción; la identidad de género, cómo te reconoces.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las relaciones solo sí es sí, y se puede cambiar de opinión.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Burlarse de alguien por su orientación o identidad es LGTBIfobia: una forma de exclusión.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consentimiento explicado de forma sencilla y respetuosa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un ejemplo cotidiano que un sí tiene que ser libre y que se puede retirar.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