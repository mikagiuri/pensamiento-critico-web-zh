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84 · UNIDAD 19 · GLOCAL: CULTURAS Y MIGRACIONES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cultura?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cultura es la forma de vivir que un grupo aprende y comparte; respetarla no obliga a aceptar lo que daña a las personas.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orientación ______ es hacia quién siente una persona atracción y amor.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consentimiento en las relaciones se resume así: solo ______ es sí.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del amor romántico es una creencia sobre el amor que se da por verdadera, pero es falsa o exagerada.  (sesión 79)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orientación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sexual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hacia quién siente una persona atracción y amor.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consentimiento en las relaciones se resume así: solo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sí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sí.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del amor romántico es una creencia sobre el amor que se da por verdadera, pero es falsa o exagerada.  (sesión 79)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casa de un chico todos se quitan los zapatos al entrar. En casa de otro, nadie. La primera vez, el segundo se quedó parado en la puerta del primero.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las dos casas lo hace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cultura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forma de vivir que un grupo aprende, comparte y pasa a los que vienen después.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viene en los genes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los grupos humanos tienen cultura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muchas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culturas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y cambian con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persona puede vivir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varias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vez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Elementos de una cultura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Elemento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cerca de ti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Costumbres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hábitos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Horarios de comida, fiestas como Aste Nagusia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Creencias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se considera importante, religiones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Lengua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Euskera, castellano, bertsos, canciones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Objetos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formas de relacionarse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txapela; dar uno o dos besos al saludar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posturas ante la diversidad cultural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Postura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Problema o límite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Etnocentrismo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 cultura es la medida de todas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Llama «raro» o «malo» a lo que solo es distinto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Relativismo cultural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costumbre se entiende dentro de su cultura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Llevado al extremo, no se podría criticar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Interculturalidad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Respeto, diálogo y derechos humanos para todos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Exige esfuerzo: conocer al otro y dar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Cenar a las seis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viaja con su familia a otro país. Allí cenan a las seis de la tarde. Su padre comenta: «Qué gente más rara, cenar a esas horas no es normal».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padre mide la costumbre de otros con la suya: en Euskadi se cena tarde.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ellos, los raros somos nosotros: cenamos a las nueve o a las diez.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sale dañado por cenar a una hora u otra. Es solo una diferencia.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etnocentrismo. Juzgar lo distinto como raro solo porque no es lo mío.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zapatos en la puerta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Vuelve el caso del principio: en casa de un chico se quitan los zapatos al entrar; en casa de otro, no. ¿Cuál lo hace bien?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alguien dañado en alguna de las dos casas?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costumbre tiene sus razones: limpieza, comodidad, respeto al hogar.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razonable es fijarse y adaptarse cuando vas de invitado.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ninguna es mejor. Es una diferencia, no un error. Aquí el relativismo cultural funciona bien.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«Es nuestra tradición»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club inventado, a los nuevos se les humilla en público el primer día. Los veteranos dicen: «Es nuestra tradición. Si no la respetas, no respetas nuestra cultura».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costumbre del grupo. ¿Hay que respetarla?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hemos dicho que las costumbres distintas se respetan.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hay personas dañadas: se humilla a los nuevos.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Respetar costumbres tiene un límite: la dignidad y los derechos humanos de cada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sea una tradición no lo hace bueno. Se puede criticar con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Respetar una 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Aceptar cualquier cosa porque «es su cultura»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que todos los de un país son iguales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Llamar «raro» a lo que no conozco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Intentar entender antes de juzgar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Ver a cada persona, no solo su origen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con razones lo que daña a alguien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cultura es la forma de vivir que un grupo aprende, comparte y pasa a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etnocentrismo mide las demás culturas con la propia y llama raro a lo distinto.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Respetar costumbres tiene un límite: los derechos humanos de cada persona.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la cultura y las posturas ante la diversidad cultural: etnocentrismo y relativismo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otros ejemplos de etnocentrismo y del límite del relativismo, distintos a los de clase.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