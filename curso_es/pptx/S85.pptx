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85 · UNIDAD 19 · GLOCAL: CULTURAS Y MIGRACIONES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Globalización y migraciones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El mundo está cada vez más conectado y las personas siempre han migrado; sobre los migrantes circulan bulos y generalizaciones que hay que comprobar.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cultura se ______: no viene en los genes.  (sesión 84)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relativismo ______ dice que cada costumbre se entiende dentro de su cultura.  (sesión 84)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identidad ______ es lo que compartes con un grupo al que sientes que perteneces.  (sesión 73)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cultura se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aprende</a:t>
            </a:r>
            <a:r>
              <a:rPr sz="2600" b="0">
                <a:solidFill>
                  <a:srgbClr val="1F2A44"/>
                </a:solidFill>
                <a:latin typeface="Nunito Sans"/>
              </a:rPr>
              <a:t>: no viene en los genes.  (sesión 84)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relativismo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cultural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dice que cada costumbre se entiende dentro de su cultura.  (sesión 84)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identidad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colectiva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es lo que compartes con un grupo al que sientes que perteneces.  (sesión 73)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Tu móvil se diseñó en un país, se montó en otro y lleva minerales de otros más. Tu camiseta, igual. Y los usas en Bilbao.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¿Cuántos países caben en lo que llevas encima hoy?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Un mundo conectado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UN MUNDO CONECTADO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Globalización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Es que los países están cada vez más conectados: productos, dinero, personas, noticias e ideas viajan por todo el mundo.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Económica: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empresas y productos de todas partes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Cultural: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series, música, comida y redes de todo el mundo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La hacen posible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internet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y el transporte barato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UN MUNDO CONECTADO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Glocal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Es lo global mezclado con lo local: lo que llega de todo el mundo se vive a nuestra manera.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Una serie de otro país, doblada al euskera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Canciones en euskera con ritmos de todo el mundo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Una app mundial para quedar con tu cuadrilla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UN MUNDO CONECTADO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Migrar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Es irse a vivir a otro país o a otra región durante mucho tiempo.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Emigrar: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salir del lugar donde vivías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Inmigrar: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llegar a vivir a un lugar nuevo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La misma persona es emigrante allí e inmigrante aquí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UN MUNDO CONECTADO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¿Por qué emigra la gente?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1F2A44"/>
                </a:solidFill>
                <a:latin typeface="Nunito Sans"/>
              </a:rPr>
              <a:t>Casi siempre hay varias razones a la vez.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Trabajo: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buscar un empleo o un sueldo mejor.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Guerra o persecución: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huir para salvar la vida.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Clima y desastres: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sequías, inundaciones, terremotos.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Familia y estudios: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reunirse con los suyos, estudiar fuera.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UN MUNDO CONECTADO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Los humanos siempre hemos migrado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Nuestra especie nació en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África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y desde allí llegó a todo el planeta.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Siglos XIX y XX: muchos vascos emigraron a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América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(Argentina, Uruguay, Chile, Estados Unidos…).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Siglo XX: a Bilbao llegó gente de toda España a trabajar en fábricas.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Hoy llega gente de todo el mundo, y también se van jóvenes vascos.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Un mensaje en la familia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Al grupo de la familia de un chico llega: «¡URGENTE! A los inmigrantes les dan miles de euros solo por llegar. Lo ha dicho un amigo que trabaja en el ayuntamiento. ¡Pásalo!».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Tiene los ingredientes de un bulo (sesión 33): urgencia, emoción fuerte y fuente vaga.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¿Quién lo dice? «Un amigo». ¿Cómo lo sabe? No lo explica. No hay fuente fiable (sesión 31).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Da una cifra sin decir de dónde sale. Antes de creerla, hay que buscarla en fuentes fiables.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son señales de bulo. No se reenvía hasta comprobarlo.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«Lo que yo decía»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Frase inventada, de las que se oyen por ahí. Vamos a ver por qué falla. Un chico lee una noticia sobre un robo. El detenido nació en otro país. Ese chico comenta: «Lo que yo decía: los de fuera vienen a robar».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De un caso saca una conclusión sobre todos: generalización apresurada (sesión 19).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¿Cuántos casos ha mirado? Uno. En Bilbao viven muchísimas personas de fuera que trabajan y estudian.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«Lo que yo decía»: se fija en lo que confirma su idea (sesión 44).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un caso no dice nada de todo un grupo. Cada persona responde de lo que hace.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Una generalización amable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Una chica, harta de los comentarios contra los migrantes, escribe en un chat: «Pues los inmigrantes son todos buenísimos y muy trabajadores».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Esa chica defiende a los migrantes. ¿Está razonando bien?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Parece que sí: su intención es buena y no ataca a nadie.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dice «todos»: habla de millones de personas distintas como si fueran una sola.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Es otra generalización apresurada, aunque sea positiva (sesión 19).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los migrantes son personas variadas, como todas. Ni «todos malos» ni «todos buenos».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La globalización conecta el mundo; lo glocal es lo global vivido a nuestra manera.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Se emigra por trabajo, guerra, clima o familia, y los humanos siempre hemos migrado.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Sobre los migrantes circulan bulos y generalizaciones: comprueba la fuente y cuenta los casos.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La emigración vasca a América en los siglos XIX y XX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Que vean que migrar también forma parte de la historia de Euskadi.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