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88 · UNIDAD 20 · MODAS, OCIO Y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Ocio, drogas y adicciones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ocio es tiempo libre elegido; una adicción es perder el control. Ante los mitos sobre drogas, pregunto: ¿cómo lo sabes y quién lo dice?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ropa es una ______ de identidad, no la persona entera.  (sesión 87)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una forma de vestir, hablar o hacer que se extiende en un grupo durante un tiempo.  (sesión 87)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Aunque hayas dicho que sí, puedes ______ de opinión en cualquier momento.  (sesión 83)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ropa es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señal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identidad, no la persona entera.  (sesión 87)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moda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una forma de vestir, hablar o hacer que se extiende en un grupo durante un tiempo.  (sesión 87)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Aunque hayas dicho que sí, puedes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cambiar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opinión en cualquier momento.  (sesión 83)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vídeo con muchas visitas: «Vapear no es fumar. Es solo vapor de agua con sabor a fresa». (Ejemplo inventado.)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podrías saber si es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Ocio y adicción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OCIO Y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tiempo libre que usas en lo que tú eliges, para descansar, divertirte o aprender algo.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forma de verlo: tiene tres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elementos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 libre: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fuera de clase, deberes y tareas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Elección: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decides tú, nadie te obliga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Disfrute: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 sienta bien, te divierte o te hace crecer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OCIO Y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Adicción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perder el control sobre un consumo o una conducta: sigues aunque te haga daño y te cuesta mucho parar.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 sustancia: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alcohol, nicotina (tabaco y vapeo), cannabis…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sustancia: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apuestas, videojuegos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OMS reconoce el trastorno por juego de apuestas y por videojuegos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«Adicción al móvil» no es un diagnóstico oficial: se dice «uso problemático»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OCIO Y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Señales de adicción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Los médicos no miran solo las horas. Miran señales como estas: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Pérdida de control: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quieres parar y no puedes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Seguir aunque haga daño: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 sueño, a los estudios, a la familia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Tolerancia: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necesitas más para sentir lo mismo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Abstinencia: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malestar, nervios o mal humor al dejarlo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 gira alrededor de eso y deja fuera lo demás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Mitos y presión del grupo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MITOS Y PRESIÓN DEL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Mitos frecuentes y lo que dicen las fuentes sanitarias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Lo que dicen Sanidad y la OMS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«Vapear es solo vapor de agua»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 un aerosol con sustancias químicas; la mayoría lleva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nicotina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, que engancha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 natural, así que no hace daño» (cannabis)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Natural no es seguro. En adolescentes puede afectar a memoria y atención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«Un poco de alcohol a mi edad no pasa nada»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Para menores, Sanidad recomienda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cero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el cerebro aún se está formando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 solo fumo en fiestas, no me engancho»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nicotina es muy adictiva: puedes engancharte sin fumar cada día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MITOS Y PRESIÓN DEL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vídeo del vaper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vídeo del principio: «Es solo vapor de agua con sabor a fresa». Lo publica una cuenta que vende vapers.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Una cuenta que vende vapers. ¿Qué gana? Vender más (sesión 31).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No da ninguna prueba: solo lo afirma.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Contrasto con fuentes sanitarias, como el Ministerio de Sanidad o la OMS: dicen que no es solo vapor.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mito cae con las preguntas de siempre. No hace falta un sermón: hace falta mirar la fuente.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MITOS Y PRESIÓN DEL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«Si lo hace todo el mundo»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Aste Nagusia, alguien de la cuadrilla le pasa un vaper a un chico: «Venga, si lo hace todo el mundo».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apelación a la mayoría (sesión 28): «si todos lo hacen, estará bien».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Muchos estudios encuentran que creemos que los demás consumen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más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 lo que consumen.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aunque fuera verdad, que muchos lo hagan no dice si es bueno para mí.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«todo el mundo» no es una razón. Y, como en Asch, un solo aliado ayuda a resistir.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Mucho tiempo no es adicción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MUCHO TIEMPO NO ES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¿Adicto al Fortnite?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juega tres horas al Fortnite los sábados con sus primos. Duerme bien, estudia y queda con la cuadrilla. Su tía dice: «Es adicto».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Tres horas es mucho. ¿Tiene razón la tía?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tres horas seguidas es bastante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adicción no se mide solo en horas. Se mira si hay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pérdida de control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y daño.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elige cuándo jugar y no deja de lado el sueño, los estudios ni a la cuadrilla.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mucho tiempo no es lo mismo que adicción. Antes de poner la etiqueta, mira las señales.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MUCHO TIEMPO NO ES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Ocio saludable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Una forma de verlo: el ocio saludable es el que…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Eliges tú, no el grupo ni la app (sesión 52)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variado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deporte, música, monte, leer, quedar con la cuadrilla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te quita el sueño, los estudios ni la salud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Puedes dejarlo cuando quieres: sigues teniendo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ocio es tiempo libre que eliges tú para descansar, divertirte o aprender.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Adicción es perder el control: sigues aunque haga daño. Puede ser con o sin sustancia.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Ante un mito sobre drogas: ¿quién lo dice, cómo lo sabe y qué dicen las fuentes sanitarias?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una adicción y qué dicen las fuentes sanitarias sobre el vapeo y el cannabis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Contrastar los mitos con una fuente sanitaria fiable y repasar las señales de una adicción.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